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4"/>
  </p:notesMasterIdLst>
  <p:sldIdLst>
    <p:sldId id="291" r:id="rId2"/>
    <p:sldId id="292" r:id="rId3"/>
    <p:sldId id="297" r:id="rId4"/>
    <p:sldId id="299" r:id="rId5"/>
    <p:sldId id="300" r:id="rId6"/>
    <p:sldId id="301" r:id="rId7"/>
    <p:sldId id="303" r:id="rId8"/>
    <p:sldId id="304" r:id="rId9"/>
    <p:sldId id="305" r:id="rId10"/>
    <p:sldId id="274" r:id="rId11"/>
    <p:sldId id="280" r:id="rId12"/>
    <p:sldId id="29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6E00"/>
    <a:srgbClr val="FEFFAB"/>
    <a:srgbClr val="D0E8E8"/>
    <a:srgbClr val="F8FE00"/>
    <a:srgbClr val="B22D20"/>
    <a:srgbClr val="EE6F00"/>
    <a:srgbClr val="16A085"/>
    <a:srgbClr val="2ECC71"/>
    <a:srgbClr val="5EA8A7"/>
    <a:srgbClr val="D5DB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C2E837-C3B4-9C50-FED3-2A6DBF417B5C}" v="1821" dt="2025-11-27T03:57:47.708"/>
    <p1510:client id="{B69AE200-1B7D-CB4B-8DF4-6FD127D9E565}" v="256" dt="2025-11-27T17:38:54.7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89863"/>
  </p:normalViewPr>
  <p:slideViewPr>
    <p:cSldViewPr snapToGrid="0">
      <p:cViewPr varScale="1">
        <p:scale>
          <a:sx n="107" d="100"/>
          <a:sy n="107" d="100"/>
        </p:scale>
        <p:origin x="17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s guilherme De barros andrade faria" userId="31e40991-e7d9-41d2-8af0-eeeeb0b0a000" providerId="ADAL" clId="{B350B1DC-FB38-521A-9133-2C303449DDC2}"/>
    <pc:docChg chg="undo redo custSel addSld delSld modSld sldOrd">
      <pc:chgData name="Luis guilherme De barros andrade faria" userId="31e40991-e7d9-41d2-8af0-eeeeb0b0a000" providerId="ADAL" clId="{B350B1DC-FB38-521A-9133-2C303449DDC2}" dt="2025-11-27T17:38:54.795" v="7515"/>
      <pc:docMkLst>
        <pc:docMk/>
      </pc:docMkLst>
      <pc:sldChg chg="addSp delSp modSp mod delAnim modAnim modShow">
        <pc:chgData name="Luis guilherme De barros andrade faria" userId="31e40991-e7d9-41d2-8af0-eeeeb0b0a000" providerId="ADAL" clId="{B350B1DC-FB38-521A-9133-2C303449DDC2}" dt="2025-11-26T19:48:48.918" v="7189" actId="1076"/>
        <pc:sldMkLst>
          <pc:docMk/>
          <pc:sldMk cId="1748718786" sldId="272"/>
        </pc:sldMkLst>
        <pc:picChg chg="add del mod">
          <ac:chgData name="Luis guilherme De barros andrade faria" userId="31e40991-e7d9-41d2-8af0-eeeeb0b0a000" providerId="ADAL" clId="{B350B1DC-FB38-521A-9133-2C303449DDC2}" dt="2025-11-26T19:48:40.244" v="7183" actId="478"/>
          <ac:picMkLst>
            <pc:docMk/>
            <pc:sldMk cId="1748718786" sldId="272"/>
            <ac:picMk id="3" creationId="{83A8D372-3757-37F1-3202-C61C3665B852}"/>
          </ac:picMkLst>
        </pc:picChg>
        <pc:picChg chg="add mod">
          <ac:chgData name="Luis guilherme De barros andrade faria" userId="31e40991-e7d9-41d2-8af0-eeeeb0b0a000" providerId="ADAL" clId="{B350B1DC-FB38-521A-9133-2C303449DDC2}" dt="2025-11-26T19:48:48.918" v="7189" actId="1076"/>
          <ac:picMkLst>
            <pc:docMk/>
            <pc:sldMk cId="1748718786" sldId="272"/>
            <ac:picMk id="4" creationId="{E26B4C12-6582-974C-B81A-0921537C452E}"/>
          </ac:picMkLst>
        </pc:picChg>
      </pc:sldChg>
      <pc:sldChg chg="addSp delSp modSp add mod modTransition delAnim modAnim modShow">
        <pc:chgData name="Luis guilherme De barros andrade faria" userId="31e40991-e7d9-41d2-8af0-eeeeb0b0a000" providerId="ADAL" clId="{B350B1DC-FB38-521A-9133-2C303449DDC2}" dt="2025-11-27T17:38:54.795" v="7515"/>
        <pc:sldMkLst>
          <pc:docMk/>
          <pc:sldMk cId="3915788356" sldId="274"/>
        </pc:sldMkLst>
        <pc:spChg chg="add mod">
          <ac:chgData name="Luis guilherme De barros andrade faria" userId="31e40991-e7d9-41d2-8af0-eeeeb0b0a000" providerId="ADAL" clId="{B350B1DC-FB38-521A-9133-2C303449DDC2}" dt="2025-11-26T17:22:51.200" v="7182" actId="20577"/>
          <ac:spMkLst>
            <pc:docMk/>
            <pc:sldMk cId="3915788356" sldId="274"/>
            <ac:spMk id="2" creationId="{E7283EB0-F233-926F-A2E3-DFEE3FA5891B}"/>
          </ac:spMkLst>
        </pc:spChg>
        <pc:spChg chg="mod">
          <ac:chgData name="Luis guilherme De barros andrade faria" userId="31e40991-e7d9-41d2-8af0-eeeeb0b0a000" providerId="ADAL" clId="{B350B1DC-FB38-521A-9133-2C303449DDC2}" dt="2025-11-27T17:10:04.594" v="7201" actId="20577"/>
          <ac:spMkLst>
            <pc:docMk/>
            <pc:sldMk cId="3915788356" sldId="274"/>
            <ac:spMk id="5" creationId="{7B64FF2F-4574-6324-F11C-DA7636FC383A}"/>
          </ac:spMkLst>
        </pc:spChg>
        <pc:spChg chg="add mod">
          <ac:chgData name="Luis guilherme De barros andrade faria" userId="31e40991-e7d9-41d2-8af0-eeeeb0b0a000" providerId="ADAL" clId="{B350B1DC-FB38-521A-9133-2C303449DDC2}" dt="2025-11-24T03:55:09.555" v="6967"/>
          <ac:spMkLst>
            <pc:docMk/>
            <pc:sldMk cId="3915788356" sldId="274"/>
            <ac:spMk id="7" creationId="{766C83EE-33C0-E8B8-CC1E-F3CBFC4C705A}"/>
          </ac:spMkLst>
        </pc:spChg>
        <pc:picChg chg="add del mod">
          <ac:chgData name="Luis guilherme De barros andrade faria" userId="31e40991-e7d9-41d2-8af0-eeeeb0b0a000" providerId="ADAL" clId="{B350B1DC-FB38-521A-9133-2C303449DDC2}" dt="2025-11-27T17:16:12.103" v="7442" actId="478"/>
          <ac:picMkLst>
            <pc:docMk/>
            <pc:sldMk cId="3915788356" sldId="274"/>
            <ac:picMk id="11" creationId="{04BABE34-E76F-4E73-F53A-DC1C09022474}"/>
          </ac:picMkLst>
        </pc:picChg>
        <pc:picChg chg="add del mod">
          <ac:chgData name="Luis guilherme De barros andrade faria" userId="31e40991-e7d9-41d2-8af0-eeeeb0b0a000" providerId="ADAL" clId="{B350B1DC-FB38-521A-9133-2C303449DDC2}" dt="2025-11-27T17:29:43.706" v="7488" actId="478"/>
          <ac:picMkLst>
            <pc:docMk/>
            <pc:sldMk cId="3915788356" sldId="274"/>
            <ac:picMk id="16" creationId="{A652C509-DDD5-556B-E6AA-C63A5CB3C1FE}"/>
          </ac:picMkLst>
        </pc:picChg>
        <pc:picChg chg="add mod">
          <ac:chgData name="Luis guilherme De barros andrade faria" userId="31e40991-e7d9-41d2-8af0-eeeeb0b0a000" providerId="ADAL" clId="{B350B1DC-FB38-521A-9133-2C303449DDC2}" dt="2025-11-27T17:38:54.795" v="7515"/>
          <ac:picMkLst>
            <pc:docMk/>
            <pc:sldMk cId="3915788356" sldId="274"/>
            <ac:picMk id="21" creationId="{125E974E-B4B1-B0BF-E15A-44A855B40C02}"/>
          </ac:picMkLst>
        </pc:picChg>
      </pc:sldChg>
      <pc:sldChg chg="addSp delSp modSp add mod modTransition delAnim modAnim modShow">
        <pc:chgData name="Luis guilherme De barros andrade faria" userId="31e40991-e7d9-41d2-8af0-eeeeb0b0a000" providerId="ADAL" clId="{B350B1DC-FB38-521A-9133-2C303449DDC2}" dt="2025-11-27T17:38:54.795" v="7515"/>
        <pc:sldMkLst>
          <pc:docMk/>
          <pc:sldMk cId="2953200739" sldId="280"/>
        </pc:sldMkLst>
        <pc:spChg chg="add mod">
          <ac:chgData name="Luis guilherme De barros andrade faria" userId="31e40991-e7d9-41d2-8af0-eeeeb0b0a000" providerId="ADAL" clId="{B350B1DC-FB38-521A-9133-2C303449DDC2}" dt="2025-11-24T03:55:01.029" v="6965" actId="1036"/>
          <ac:spMkLst>
            <pc:docMk/>
            <pc:sldMk cId="2953200739" sldId="280"/>
            <ac:spMk id="2" creationId="{1CCC06F6-8D93-DC36-3B36-F3D9E364ED69}"/>
          </ac:spMkLst>
        </pc:spChg>
        <pc:spChg chg="mod">
          <ac:chgData name="Luis guilherme De barros andrade faria" userId="31e40991-e7d9-41d2-8af0-eeeeb0b0a000" providerId="ADAL" clId="{B350B1DC-FB38-521A-9133-2C303449DDC2}" dt="2025-11-12T19:09:51.258" v="5190" actId="1035"/>
          <ac:spMkLst>
            <pc:docMk/>
            <pc:sldMk cId="2953200739" sldId="280"/>
            <ac:spMk id="4" creationId="{67A8D380-C278-9AB6-00E0-A715283C5C14}"/>
          </ac:spMkLst>
        </pc:spChg>
        <pc:spChg chg="mod">
          <ac:chgData name="Luis guilherme De barros andrade faria" userId="31e40991-e7d9-41d2-8af0-eeeeb0b0a000" providerId="ADAL" clId="{B350B1DC-FB38-521A-9133-2C303449DDC2}" dt="2025-11-12T19:09:51.258" v="5190" actId="1035"/>
          <ac:spMkLst>
            <pc:docMk/>
            <pc:sldMk cId="2953200739" sldId="280"/>
            <ac:spMk id="5" creationId="{CF722A1D-04B6-AC14-C0D0-6315C5C1AB98}"/>
          </ac:spMkLst>
        </pc:spChg>
        <pc:spChg chg="add mod">
          <ac:chgData name="Luis guilherme De barros andrade faria" userId="31e40991-e7d9-41d2-8af0-eeeeb0b0a000" providerId="ADAL" clId="{B350B1DC-FB38-521A-9133-2C303449DDC2}" dt="2025-11-24T03:54:52.226" v="6951" actId="1076"/>
          <ac:spMkLst>
            <pc:docMk/>
            <pc:sldMk cId="2953200739" sldId="280"/>
            <ac:spMk id="7" creationId="{66F486A2-6D74-4DA2-3BA6-977E83380748}"/>
          </ac:spMkLst>
        </pc:spChg>
        <pc:picChg chg="add del mod">
          <ac:chgData name="Luis guilherme De barros andrade faria" userId="31e40991-e7d9-41d2-8af0-eeeeb0b0a000" providerId="ADAL" clId="{B350B1DC-FB38-521A-9133-2C303449DDC2}" dt="2025-11-27T17:16:14.304" v="7443" actId="478"/>
          <ac:picMkLst>
            <pc:docMk/>
            <pc:sldMk cId="2953200739" sldId="280"/>
            <ac:picMk id="11" creationId="{F742EB0B-36FD-FE9F-6E07-6B53E96B3C67}"/>
          </ac:picMkLst>
        </pc:picChg>
        <pc:picChg chg="add del mod">
          <ac:chgData name="Luis guilherme De barros andrade faria" userId="31e40991-e7d9-41d2-8af0-eeeeb0b0a000" providerId="ADAL" clId="{B350B1DC-FB38-521A-9133-2C303449DDC2}" dt="2025-11-27T17:29:45.504" v="7489" actId="478"/>
          <ac:picMkLst>
            <pc:docMk/>
            <pc:sldMk cId="2953200739" sldId="280"/>
            <ac:picMk id="16" creationId="{F765F2C6-D4BF-0CB1-AE26-E4D0B3BF2E33}"/>
          </ac:picMkLst>
        </pc:picChg>
        <pc:picChg chg="add mod">
          <ac:chgData name="Luis guilherme De barros andrade faria" userId="31e40991-e7d9-41d2-8af0-eeeeb0b0a000" providerId="ADAL" clId="{B350B1DC-FB38-521A-9133-2C303449DDC2}" dt="2025-11-27T17:38:54.795" v="7515"/>
          <ac:picMkLst>
            <pc:docMk/>
            <pc:sldMk cId="2953200739" sldId="280"/>
            <ac:picMk id="21" creationId="{EC328D8B-1499-097D-53DF-71444CA1B1A6}"/>
          </ac:picMkLst>
        </pc:picChg>
      </pc:sldChg>
      <pc:sldChg chg="addSp delSp modSp add mod modTransition delAnim modAnim modNotesTx">
        <pc:chgData name="Luis guilherme De barros andrade faria" userId="31e40991-e7d9-41d2-8af0-eeeeb0b0a000" providerId="ADAL" clId="{B350B1DC-FB38-521A-9133-2C303449DDC2}" dt="2025-11-27T17:38:54.795" v="7515"/>
        <pc:sldMkLst>
          <pc:docMk/>
          <pc:sldMk cId="1502026284" sldId="291"/>
        </pc:sldMkLst>
        <pc:spChg chg="mod">
          <ac:chgData name="Luis guilherme De barros andrade faria" userId="31e40991-e7d9-41d2-8af0-eeeeb0b0a000" providerId="ADAL" clId="{B350B1DC-FB38-521A-9133-2C303449DDC2}" dt="2025-11-20T12:41:43.154" v="5433" actId="1076"/>
          <ac:spMkLst>
            <pc:docMk/>
            <pc:sldMk cId="1502026284" sldId="291"/>
            <ac:spMk id="2" creationId="{AB678E3D-B3CA-4B85-82FE-D1997C337C11}"/>
          </ac:spMkLst>
        </pc:spChg>
        <pc:spChg chg="mod">
          <ac:chgData name="Luis guilherme De barros andrade faria" userId="31e40991-e7d9-41d2-8af0-eeeeb0b0a000" providerId="ADAL" clId="{B350B1DC-FB38-521A-9133-2C303449DDC2}" dt="2025-11-20T12:41:31.748" v="5431" actId="1076"/>
          <ac:spMkLst>
            <pc:docMk/>
            <pc:sldMk cId="1502026284" sldId="291"/>
            <ac:spMk id="4" creationId="{A2D82127-780F-EFF0-5E45-D20ADA32A7E8}"/>
          </ac:spMkLst>
        </pc:spChg>
        <pc:spChg chg="mod">
          <ac:chgData name="Luis guilherme De barros andrade faria" userId="31e40991-e7d9-41d2-8af0-eeeeb0b0a000" providerId="ADAL" clId="{B350B1DC-FB38-521A-9133-2C303449DDC2}" dt="2025-11-20T12:42:00.645" v="5435" actId="1076"/>
          <ac:spMkLst>
            <pc:docMk/>
            <pc:sldMk cId="1502026284" sldId="291"/>
            <ac:spMk id="5" creationId="{516DF210-EF2A-DA8E-6A8B-5C28B8780B18}"/>
          </ac:spMkLst>
        </pc:spChg>
        <pc:spChg chg="add del mod">
          <ac:chgData name="Luis guilherme De barros andrade faria" userId="31e40991-e7d9-41d2-8af0-eeeeb0b0a000" providerId="ADAL" clId="{B350B1DC-FB38-521A-9133-2C303449DDC2}" dt="2025-11-20T12:38:47.449" v="5395" actId="14100"/>
          <ac:spMkLst>
            <pc:docMk/>
            <pc:sldMk cId="1502026284" sldId="291"/>
            <ac:spMk id="7" creationId="{181132E8-D640-C202-C697-13F5788379B7}"/>
          </ac:spMkLst>
        </pc:spChg>
        <pc:spChg chg="add del mod">
          <ac:chgData name="Luis guilherme De barros andrade faria" userId="31e40991-e7d9-41d2-8af0-eeeeb0b0a000" providerId="ADAL" clId="{B350B1DC-FB38-521A-9133-2C303449DDC2}" dt="2025-11-20T12:41:25.240" v="5429" actId="14100"/>
          <ac:spMkLst>
            <pc:docMk/>
            <pc:sldMk cId="1502026284" sldId="291"/>
            <ac:spMk id="9" creationId="{BB4F74D6-7326-3018-1B29-EF661DAB7690}"/>
          </ac:spMkLst>
        </pc:spChg>
        <pc:spChg chg="add mod">
          <ac:chgData name="Luis guilherme De barros andrade faria" userId="31e40991-e7d9-41d2-8af0-eeeeb0b0a000" providerId="ADAL" clId="{B350B1DC-FB38-521A-9133-2C303449DDC2}" dt="2025-11-20T12:41:51.804" v="5434" actId="14100"/>
          <ac:spMkLst>
            <pc:docMk/>
            <pc:sldMk cId="1502026284" sldId="291"/>
            <ac:spMk id="13" creationId="{2049363A-6202-64B5-A6D1-8E98923DA2F4}"/>
          </ac:spMkLst>
        </pc:spChg>
        <pc:picChg chg="mod">
          <ac:chgData name="Luis guilherme De barros andrade faria" userId="31e40991-e7d9-41d2-8af0-eeeeb0b0a000" providerId="ADAL" clId="{B350B1DC-FB38-521A-9133-2C303449DDC2}" dt="2025-11-20T12:42:00.645" v="5435" actId="1076"/>
          <ac:picMkLst>
            <pc:docMk/>
            <pc:sldMk cId="1502026284" sldId="291"/>
            <ac:picMk id="6" creationId="{670EC34F-6108-D17E-B443-77A68F98C07C}"/>
          </ac:picMkLst>
        </pc:picChg>
        <pc:picChg chg="add del mod">
          <ac:chgData name="Luis guilherme De barros andrade faria" userId="31e40991-e7d9-41d2-8af0-eeeeb0b0a000" providerId="ADAL" clId="{B350B1DC-FB38-521A-9133-2C303449DDC2}" dt="2025-11-27T17:15:51.173" v="7433" actId="478"/>
          <ac:picMkLst>
            <pc:docMk/>
            <pc:sldMk cId="1502026284" sldId="291"/>
            <ac:picMk id="17" creationId="{4769CDB0-E03D-F5B5-41DD-8E0BCBFFAF68}"/>
          </ac:picMkLst>
        </pc:picChg>
        <pc:picChg chg="add del mod">
          <ac:chgData name="Luis guilherme De barros andrade faria" userId="31e40991-e7d9-41d2-8af0-eeeeb0b0a000" providerId="ADAL" clId="{B350B1DC-FB38-521A-9133-2C303449DDC2}" dt="2025-11-27T17:21:57.970" v="7476" actId="478"/>
          <ac:picMkLst>
            <pc:docMk/>
            <pc:sldMk cId="1502026284" sldId="291"/>
            <ac:picMk id="21" creationId="{35380DD3-AE5E-44AC-90C3-FA3D607F0163}"/>
          </ac:picMkLst>
        </pc:picChg>
        <pc:picChg chg="add del mod">
          <ac:chgData name="Luis guilherme De barros andrade faria" userId="31e40991-e7d9-41d2-8af0-eeeeb0b0a000" providerId="ADAL" clId="{B350B1DC-FB38-521A-9133-2C303449DDC2}" dt="2025-11-27T17:29:25.854" v="7479" actId="478"/>
          <ac:picMkLst>
            <pc:docMk/>
            <pc:sldMk cId="1502026284" sldId="291"/>
            <ac:picMk id="27" creationId="{B01A837F-1377-6D30-82AF-35DB9B4D5873}"/>
          </ac:picMkLst>
        </pc:picChg>
        <pc:picChg chg="add mod">
          <ac:chgData name="Luis guilherme De barros andrade faria" userId="31e40991-e7d9-41d2-8af0-eeeeb0b0a000" providerId="ADAL" clId="{B350B1DC-FB38-521A-9133-2C303449DDC2}" dt="2025-11-27T17:38:54.795" v="7515"/>
          <ac:picMkLst>
            <pc:docMk/>
            <pc:sldMk cId="1502026284" sldId="291"/>
            <ac:picMk id="34" creationId="{E89585BA-2C2B-428F-64F5-16608D0E8569}"/>
          </ac:picMkLst>
        </pc:picChg>
        <pc:picChg chg="mod">
          <ac:chgData name="Luis guilherme De barros andrade faria" userId="31e40991-e7d9-41d2-8af0-eeeeb0b0a000" providerId="ADAL" clId="{B350B1DC-FB38-521A-9133-2C303449DDC2}" dt="2025-11-20T12:34:04.377" v="5232" actId="732"/>
          <ac:picMkLst>
            <pc:docMk/>
            <pc:sldMk cId="1502026284" sldId="291"/>
            <ac:picMk id="1026" creationId="{AB9BB1C8-9C3A-ED82-7D38-C738062D5FD2}"/>
          </ac:picMkLst>
        </pc:picChg>
      </pc:sldChg>
      <pc:sldChg chg="addSp delSp modSp add mod modTransition delAnim modAnim">
        <pc:chgData name="Luis guilherme De barros andrade faria" userId="31e40991-e7d9-41d2-8af0-eeeeb0b0a000" providerId="ADAL" clId="{B350B1DC-FB38-521A-9133-2C303449DDC2}" dt="2025-11-27T17:38:54.795" v="7515"/>
        <pc:sldMkLst>
          <pc:docMk/>
          <pc:sldMk cId="1949305215" sldId="292"/>
        </pc:sldMkLst>
        <pc:spChg chg="mod">
          <ac:chgData name="Luis guilherme De barros andrade faria" userId="31e40991-e7d9-41d2-8af0-eeeeb0b0a000" providerId="ADAL" clId="{B350B1DC-FB38-521A-9133-2C303449DDC2}" dt="2025-11-20T15:56:40.345" v="5512" actId="14100"/>
          <ac:spMkLst>
            <pc:docMk/>
            <pc:sldMk cId="1949305215" sldId="292"/>
            <ac:spMk id="3" creationId="{A823D2E9-331E-203A-D7D4-6AF57C725E3F}"/>
          </ac:spMkLst>
        </pc:spChg>
        <pc:spChg chg="mod">
          <ac:chgData name="Luis guilherme De barros andrade faria" userId="31e40991-e7d9-41d2-8af0-eeeeb0b0a000" providerId="ADAL" clId="{B350B1DC-FB38-521A-9133-2C303449DDC2}" dt="2025-11-20T15:59:14.662" v="5526" actId="1582"/>
          <ac:spMkLst>
            <pc:docMk/>
            <pc:sldMk cId="1949305215" sldId="292"/>
            <ac:spMk id="6" creationId="{5490ED37-F240-365C-68E9-0CD27B1A219F}"/>
          </ac:spMkLst>
        </pc:spChg>
        <pc:spChg chg="mod">
          <ac:chgData name="Luis guilherme De barros andrade faria" userId="31e40991-e7d9-41d2-8af0-eeeeb0b0a000" providerId="ADAL" clId="{B350B1DC-FB38-521A-9133-2C303449DDC2}" dt="2025-11-20T15:59:10.002" v="5523" actId="208"/>
          <ac:spMkLst>
            <pc:docMk/>
            <pc:sldMk cId="1949305215" sldId="292"/>
            <ac:spMk id="8" creationId="{1390C7DF-9133-C087-5AC1-427AF9EA37DB}"/>
          </ac:spMkLst>
        </pc:spChg>
        <pc:spChg chg="add mod">
          <ac:chgData name="Luis guilherme De barros andrade faria" userId="31e40991-e7d9-41d2-8af0-eeeeb0b0a000" providerId="ADAL" clId="{B350B1DC-FB38-521A-9133-2C303449DDC2}" dt="2025-11-24T03:57:57.482" v="7177" actId="20577"/>
          <ac:spMkLst>
            <pc:docMk/>
            <pc:sldMk cId="1949305215" sldId="292"/>
            <ac:spMk id="9" creationId="{30E61EEB-18B1-C85C-1C88-CC728FBEB7D8}"/>
          </ac:spMkLst>
        </pc:spChg>
        <pc:spChg chg="add mod">
          <ac:chgData name="Luis guilherme De barros andrade faria" userId="31e40991-e7d9-41d2-8af0-eeeeb0b0a000" providerId="ADAL" clId="{B350B1DC-FB38-521A-9133-2C303449DDC2}" dt="2025-11-24T03:57:51.667" v="7165"/>
          <ac:spMkLst>
            <pc:docMk/>
            <pc:sldMk cId="1949305215" sldId="292"/>
            <ac:spMk id="11" creationId="{D791032D-FBDD-2406-D6CC-2562856FDC00}"/>
          </ac:spMkLst>
        </pc:spChg>
        <pc:spChg chg="mod">
          <ac:chgData name="Luis guilherme De barros andrade faria" userId="31e40991-e7d9-41d2-8af0-eeeeb0b0a000" providerId="ADAL" clId="{B350B1DC-FB38-521A-9133-2C303449DDC2}" dt="2025-11-20T15:59:53.418" v="5529" actId="14100"/>
          <ac:spMkLst>
            <pc:docMk/>
            <pc:sldMk cId="1949305215" sldId="292"/>
            <ac:spMk id="23" creationId="{3B3E108B-950A-849F-5B15-73FBFA203F43}"/>
          </ac:spMkLst>
        </pc:spChg>
        <pc:picChg chg="add del mod">
          <ac:chgData name="Luis guilherme De barros andrade faria" userId="31e40991-e7d9-41d2-8af0-eeeeb0b0a000" providerId="ADAL" clId="{B350B1DC-FB38-521A-9133-2C303449DDC2}" dt="2025-11-27T17:15:52.630" v="7434" actId="478"/>
          <ac:picMkLst>
            <pc:docMk/>
            <pc:sldMk cId="1949305215" sldId="292"/>
            <ac:picMk id="18" creationId="{5A21871A-1BB1-CED1-3C6B-211B3DAC3F9A}"/>
          </ac:picMkLst>
        </pc:picChg>
        <pc:picChg chg="add del mod">
          <ac:chgData name="Luis guilherme De barros andrade faria" userId="31e40991-e7d9-41d2-8af0-eeeeb0b0a000" providerId="ADAL" clId="{B350B1DC-FB38-521A-9133-2C303449DDC2}" dt="2025-11-27T17:29:27.406" v="7480" actId="478"/>
          <ac:picMkLst>
            <pc:docMk/>
            <pc:sldMk cId="1949305215" sldId="292"/>
            <ac:picMk id="36" creationId="{D5C9A274-4CCB-E572-BBDB-578E9FD03068}"/>
          </ac:picMkLst>
        </pc:picChg>
        <pc:picChg chg="add mod">
          <ac:chgData name="Luis guilherme De barros andrade faria" userId="31e40991-e7d9-41d2-8af0-eeeeb0b0a000" providerId="ADAL" clId="{B350B1DC-FB38-521A-9133-2C303449DDC2}" dt="2025-11-27T17:38:54.795" v="7515"/>
          <ac:picMkLst>
            <pc:docMk/>
            <pc:sldMk cId="1949305215" sldId="292"/>
            <ac:picMk id="59" creationId="{1465CC94-A52F-043E-32B7-F3AEF5BB3913}"/>
          </ac:picMkLst>
        </pc:picChg>
      </pc:sldChg>
      <pc:sldChg chg="addSp delSp modSp add mod modTransition setBg modAnim delDesignElem">
        <pc:chgData name="Luis guilherme De barros andrade faria" userId="31e40991-e7d9-41d2-8af0-eeeeb0b0a000" providerId="ADAL" clId="{B350B1DC-FB38-521A-9133-2C303449DDC2}" dt="2025-11-27T17:38:54.795" v="7515"/>
        <pc:sldMkLst>
          <pc:docMk/>
          <pc:sldMk cId="2714601942" sldId="296"/>
        </pc:sldMkLst>
        <pc:spChg chg="mod">
          <ac:chgData name="Luis guilherme De barros andrade faria" userId="31e40991-e7d9-41d2-8af0-eeeeb0b0a000" providerId="ADAL" clId="{B350B1DC-FB38-521A-9133-2C303449DDC2}" dt="2025-11-21T02:00:45.942" v="6869" actId="1076"/>
          <ac:spMkLst>
            <pc:docMk/>
            <pc:sldMk cId="2714601942" sldId="296"/>
            <ac:spMk id="2" creationId="{18748FAD-FB9D-005F-5BF7-F1196222123D}"/>
          </ac:spMkLst>
        </pc:spChg>
        <pc:spChg chg="mod">
          <ac:chgData name="Luis guilherme De barros andrade faria" userId="31e40991-e7d9-41d2-8af0-eeeeb0b0a000" providerId="ADAL" clId="{B350B1DC-FB38-521A-9133-2C303449DDC2}" dt="2025-11-21T02:00:48.767" v="6870" actId="1076"/>
          <ac:spMkLst>
            <pc:docMk/>
            <pc:sldMk cId="2714601942" sldId="296"/>
            <ac:spMk id="4" creationId="{48403B4A-8174-D0FE-2581-5E3AF2875A97}"/>
          </ac:spMkLst>
        </pc:spChg>
        <pc:picChg chg="add del mod">
          <ac:chgData name="Luis guilherme De barros andrade faria" userId="31e40991-e7d9-41d2-8af0-eeeeb0b0a000" providerId="ADAL" clId="{B350B1DC-FB38-521A-9133-2C303449DDC2}" dt="2025-11-27T17:16:16.646" v="7444" actId="478"/>
          <ac:picMkLst>
            <pc:docMk/>
            <pc:sldMk cId="2714601942" sldId="296"/>
            <ac:picMk id="11" creationId="{90C48FAC-E686-D903-E9E2-5727009A3D6B}"/>
          </ac:picMkLst>
        </pc:picChg>
        <pc:picChg chg="add del mod">
          <ac:chgData name="Luis guilherme De barros andrade faria" userId="31e40991-e7d9-41d2-8af0-eeeeb0b0a000" providerId="ADAL" clId="{B350B1DC-FB38-521A-9133-2C303449DDC2}" dt="2025-11-27T17:29:47.444" v="7490" actId="478"/>
          <ac:picMkLst>
            <pc:docMk/>
            <pc:sldMk cId="2714601942" sldId="296"/>
            <ac:picMk id="17" creationId="{7DC89932-5FCE-A313-935E-AAC8AA9C6A31}"/>
          </ac:picMkLst>
        </pc:picChg>
        <pc:picChg chg="add mod">
          <ac:chgData name="Luis guilherme De barros andrade faria" userId="31e40991-e7d9-41d2-8af0-eeeeb0b0a000" providerId="ADAL" clId="{B350B1DC-FB38-521A-9133-2C303449DDC2}" dt="2025-11-27T17:38:54.795" v="7515"/>
          <ac:picMkLst>
            <pc:docMk/>
            <pc:sldMk cId="2714601942" sldId="296"/>
            <ac:picMk id="22" creationId="{A06D5A76-DC0D-97A1-7980-9477ED24A5F5}"/>
          </ac:picMkLst>
        </pc:picChg>
      </pc:sldChg>
      <pc:sldChg chg="addSp delSp modSp mod modTransition delAnim modAnim">
        <pc:chgData name="Luis guilherme De barros andrade faria" userId="31e40991-e7d9-41d2-8af0-eeeeb0b0a000" providerId="ADAL" clId="{B350B1DC-FB38-521A-9133-2C303449DDC2}" dt="2025-11-27T17:38:54.795" v="7515"/>
        <pc:sldMkLst>
          <pc:docMk/>
          <pc:sldMk cId="1429311657" sldId="297"/>
        </pc:sldMkLst>
        <pc:picChg chg="add del mod">
          <ac:chgData name="Luis guilherme De barros andrade faria" userId="31e40991-e7d9-41d2-8af0-eeeeb0b0a000" providerId="ADAL" clId="{B350B1DC-FB38-521A-9133-2C303449DDC2}" dt="2025-11-27T17:15:54.174" v="7435" actId="478"/>
          <ac:picMkLst>
            <pc:docMk/>
            <pc:sldMk cId="1429311657" sldId="297"/>
            <ac:picMk id="12" creationId="{DD0D3108-564D-D19D-F5D4-9CB4CA618120}"/>
          </ac:picMkLst>
        </pc:picChg>
        <pc:picChg chg="add del mod">
          <ac:chgData name="Luis guilherme De barros andrade faria" userId="31e40991-e7d9-41d2-8af0-eeeeb0b0a000" providerId="ADAL" clId="{B350B1DC-FB38-521A-9133-2C303449DDC2}" dt="2025-11-27T17:29:28.746" v="7481" actId="478"/>
          <ac:picMkLst>
            <pc:docMk/>
            <pc:sldMk cId="1429311657" sldId="297"/>
            <ac:picMk id="31" creationId="{F8F4F90C-2596-5F6B-501E-10080D818924}"/>
          </ac:picMkLst>
        </pc:picChg>
        <pc:picChg chg="add mod">
          <ac:chgData name="Luis guilherme De barros andrade faria" userId="31e40991-e7d9-41d2-8af0-eeeeb0b0a000" providerId="ADAL" clId="{B350B1DC-FB38-521A-9133-2C303449DDC2}" dt="2025-11-27T17:38:54.795" v="7515"/>
          <ac:picMkLst>
            <pc:docMk/>
            <pc:sldMk cId="1429311657" sldId="297"/>
            <ac:picMk id="43" creationId="{AD5004B9-5162-4059-08D6-DBC922D75F10}"/>
          </ac:picMkLst>
        </pc:picChg>
      </pc:sldChg>
      <pc:sldChg chg="addSp delSp modSp mod modTransition delAnim modAnim">
        <pc:chgData name="Luis guilherme De barros andrade faria" userId="31e40991-e7d9-41d2-8af0-eeeeb0b0a000" providerId="ADAL" clId="{B350B1DC-FB38-521A-9133-2C303449DDC2}" dt="2025-11-27T17:38:54.795" v="7515"/>
        <pc:sldMkLst>
          <pc:docMk/>
          <pc:sldMk cId="1536678913" sldId="299"/>
        </pc:sldMkLst>
        <pc:picChg chg="add del mod">
          <ac:chgData name="Luis guilherme De barros andrade faria" userId="31e40991-e7d9-41d2-8af0-eeeeb0b0a000" providerId="ADAL" clId="{B350B1DC-FB38-521A-9133-2C303449DDC2}" dt="2025-11-27T17:15:57.535" v="7436" actId="478"/>
          <ac:picMkLst>
            <pc:docMk/>
            <pc:sldMk cId="1536678913" sldId="299"/>
            <ac:picMk id="14" creationId="{775BFAED-AE16-E954-3D7A-3B95B02F203B}"/>
          </ac:picMkLst>
        </pc:picChg>
        <pc:picChg chg="add del mod">
          <ac:chgData name="Luis guilherme De barros andrade faria" userId="31e40991-e7d9-41d2-8af0-eeeeb0b0a000" providerId="ADAL" clId="{B350B1DC-FB38-521A-9133-2C303449DDC2}" dt="2025-11-27T17:29:30.750" v="7482" actId="478"/>
          <ac:picMkLst>
            <pc:docMk/>
            <pc:sldMk cId="1536678913" sldId="299"/>
            <ac:picMk id="29" creationId="{AECF4DD4-DF3A-8BB2-EC5A-4EB06A9B6739}"/>
          </ac:picMkLst>
        </pc:picChg>
        <pc:picChg chg="add mod">
          <ac:chgData name="Luis guilherme De barros andrade faria" userId="31e40991-e7d9-41d2-8af0-eeeeb0b0a000" providerId="ADAL" clId="{B350B1DC-FB38-521A-9133-2C303449DDC2}" dt="2025-11-27T17:32:10.729" v="7509" actId="1076"/>
          <ac:picMkLst>
            <pc:docMk/>
            <pc:sldMk cId="1536678913" sldId="299"/>
            <ac:picMk id="32" creationId="{61F5F698-A051-9F1A-786D-DFE80F3CFDE3}"/>
          </ac:picMkLst>
        </pc:picChg>
        <pc:picChg chg="add mod">
          <ac:chgData name="Luis guilherme De barros andrade faria" userId="31e40991-e7d9-41d2-8af0-eeeeb0b0a000" providerId="ADAL" clId="{B350B1DC-FB38-521A-9133-2C303449DDC2}" dt="2025-11-27T17:38:54.795" v="7515"/>
          <ac:picMkLst>
            <pc:docMk/>
            <pc:sldMk cId="1536678913" sldId="299"/>
            <ac:picMk id="43" creationId="{01F83F79-2431-EF0E-43CC-614D58A3CB0F}"/>
          </ac:picMkLst>
        </pc:picChg>
      </pc:sldChg>
      <pc:sldChg chg="addSp delSp modSp mod modTransition delAnim modAnim">
        <pc:chgData name="Luis guilherme De barros andrade faria" userId="31e40991-e7d9-41d2-8af0-eeeeb0b0a000" providerId="ADAL" clId="{B350B1DC-FB38-521A-9133-2C303449DDC2}" dt="2025-11-27T17:38:54.795" v="7515"/>
        <pc:sldMkLst>
          <pc:docMk/>
          <pc:sldMk cId="1250170116" sldId="300"/>
        </pc:sldMkLst>
        <pc:picChg chg="add del mod">
          <ac:chgData name="Luis guilherme De barros andrade faria" userId="31e40991-e7d9-41d2-8af0-eeeeb0b0a000" providerId="ADAL" clId="{B350B1DC-FB38-521A-9133-2C303449DDC2}" dt="2025-11-27T17:15:59.143" v="7437" actId="478"/>
          <ac:picMkLst>
            <pc:docMk/>
            <pc:sldMk cId="1250170116" sldId="300"/>
            <ac:picMk id="16" creationId="{92AE32B0-1969-7F9B-879E-EC612D199554}"/>
          </ac:picMkLst>
        </pc:picChg>
        <pc:picChg chg="add del mod">
          <ac:chgData name="Luis guilherme De barros andrade faria" userId="31e40991-e7d9-41d2-8af0-eeeeb0b0a000" providerId="ADAL" clId="{B350B1DC-FB38-521A-9133-2C303449DDC2}" dt="2025-11-27T17:29:32.588" v="7483" actId="478"/>
          <ac:picMkLst>
            <pc:docMk/>
            <pc:sldMk cId="1250170116" sldId="300"/>
            <ac:picMk id="27" creationId="{53F034C5-F1C2-A156-EF95-456E42FE0541}"/>
          </ac:picMkLst>
        </pc:picChg>
        <pc:picChg chg="add mod">
          <ac:chgData name="Luis guilherme De barros andrade faria" userId="31e40991-e7d9-41d2-8af0-eeeeb0b0a000" providerId="ADAL" clId="{B350B1DC-FB38-521A-9133-2C303449DDC2}" dt="2025-11-27T17:38:54.795" v="7515"/>
          <ac:picMkLst>
            <pc:docMk/>
            <pc:sldMk cId="1250170116" sldId="300"/>
            <ac:picMk id="33" creationId="{BA71177C-9360-D3F5-DC7C-838C53910631}"/>
          </ac:picMkLst>
        </pc:picChg>
      </pc:sldChg>
      <pc:sldChg chg="addSp delSp modSp mod modTransition delAnim modAnim">
        <pc:chgData name="Luis guilherme De barros andrade faria" userId="31e40991-e7d9-41d2-8af0-eeeeb0b0a000" providerId="ADAL" clId="{B350B1DC-FB38-521A-9133-2C303449DDC2}" dt="2025-11-27T17:38:54.795" v="7515"/>
        <pc:sldMkLst>
          <pc:docMk/>
          <pc:sldMk cId="2357653410" sldId="301"/>
        </pc:sldMkLst>
        <pc:picChg chg="add del mod">
          <ac:chgData name="Luis guilherme De barros andrade faria" userId="31e40991-e7d9-41d2-8af0-eeeeb0b0a000" providerId="ADAL" clId="{B350B1DC-FB38-521A-9133-2C303449DDC2}" dt="2025-11-27T17:16:01.578" v="7438" actId="478"/>
          <ac:picMkLst>
            <pc:docMk/>
            <pc:sldMk cId="2357653410" sldId="301"/>
            <ac:picMk id="14" creationId="{B8CD9C1C-4490-2526-976F-AFC0070AA58F}"/>
          </ac:picMkLst>
        </pc:picChg>
        <pc:picChg chg="add del mod">
          <ac:chgData name="Luis guilherme De barros andrade faria" userId="31e40991-e7d9-41d2-8af0-eeeeb0b0a000" providerId="ADAL" clId="{B350B1DC-FB38-521A-9133-2C303449DDC2}" dt="2025-11-27T17:29:34.576" v="7484" actId="478"/>
          <ac:picMkLst>
            <pc:docMk/>
            <pc:sldMk cId="2357653410" sldId="301"/>
            <ac:picMk id="27" creationId="{B8E224A4-EF80-C1C0-151B-CB6EDFED6A08}"/>
          </ac:picMkLst>
        </pc:picChg>
        <pc:picChg chg="add mod">
          <ac:chgData name="Luis guilherme De barros andrade faria" userId="31e40991-e7d9-41d2-8af0-eeeeb0b0a000" providerId="ADAL" clId="{B350B1DC-FB38-521A-9133-2C303449DDC2}" dt="2025-11-27T17:38:54.795" v="7515"/>
          <ac:picMkLst>
            <pc:docMk/>
            <pc:sldMk cId="2357653410" sldId="301"/>
            <ac:picMk id="35" creationId="{FE878F26-3943-9A63-1D0C-490F35061499}"/>
          </ac:picMkLst>
        </pc:picChg>
      </pc:sldChg>
      <pc:sldChg chg="addSp delSp modSp mod modTransition delAnim modAnim modNotesTx">
        <pc:chgData name="Luis guilherme De barros andrade faria" userId="31e40991-e7d9-41d2-8af0-eeeeb0b0a000" providerId="ADAL" clId="{B350B1DC-FB38-521A-9133-2C303449DDC2}" dt="2025-11-27T17:38:54.795" v="7515"/>
        <pc:sldMkLst>
          <pc:docMk/>
          <pc:sldMk cId="248584214" sldId="303"/>
        </pc:sldMkLst>
        <pc:spChg chg="mod">
          <ac:chgData name="Luis guilherme De barros andrade faria" userId="31e40991-e7d9-41d2-8af0-eeeeb0b0a000" providerId="ADAL" clId="{B350B1DC-FB38-521A-9133-2C303449DDC2}" dt="2025-11-27T17:12:51.159" v="7365" actId="20577"/>
          <ac:spMkLst>
            <pc:docMk/>
            <pc:sldMk cId="248584214" sldId="303"/>
            <ac:spMk id="9" creationId="{6081C341-0C14-39C5-9CFF-98F744C735F6}"/>
          </ac:spMkLst>
        </pc:spChg>
        <pc:spChg chg="mod">
          <ac:chgData name="Luis guilherme De barros andrade faria" userId="31e40991-e7d9-41d2-8af0-eeeeb0b0a000" providerId="ADAL" clId="{B350B1DC-FB38-521A-9133-2C303449DDC2}" dt="2025-11-27T17:15:01.121" v="7421" actId="1076"/>
          <ac:spMkLst>
            <pc:docMk/>
            <pc:sldMk cId="248584214" sldId="303"/>
            <ac:spMk id="40" creationId="{68B9281D-9B68-6C9A-F165-E780782D6056}"/>
          </ac:spMkLst>
        </pc:spChg>
        <pc:spChg chg="mod">
          <ac:chgData name="Luis guilherme De barros andrade faria" userId="31e40991-e7d9-41d2-8af0-eeeeb0b0a000" providerId="ADAL" clId="{B350B1DC-FB38-521A-9133-2C303449DDC2}" dt="2025-11-27T17:15:01.121" v="7421" actId="1076"/>
          <ac:spMkLst>
            <pc:docMk/>
            <pc:sldMk cId="248584214" sldId="303"/>
            <ac:spMk id="42" creationId="{CFFE702B-BDC5-7635-394A-5B0F3799D88B}"/>
          </ac:spMkLst>
        </pc:spChg>
        <pc:picChg chg="mod">
          <ac:chgData name="Luis guilherme De barros andrade faria" userId="31e40991-e7d9-41d2-8af0-eeeeb0b0a000" providerId="ADAL" clId="{B350B1DC-FB38-521A-9133-2C303449DDC2}" dt="2025-11-27T17:15:01.121" v="7421" actId="1076"/>
          <ac:picMkLst>
            <pc:docMk/>
            <pc:sldMk cId="248584214" sldId="303"/>
            <ac:picMk id="17" creationId="{1C06A250-29C5-E606-81B3-C37253DDFB01}"/>
          </ac:picMkLst>
        </pc:picChg>
        <pc:picChg chg="add del mod">
          <ac:chgData name="Luis guilherme De barros andrade faria" userId="31e40991-e7d9-41d2-8af0-eeeeb0b0a000" providerId="ADAL" clId="{B350B1DC-FB38-521A-9133-2C303449DDC2}" dt="2025-11-27T17:16:04.325" v="7439" actId="478"/>
          <ac:picMkLst>
            <pc:docMk/>
            <pc:sldMk cId="248584214" sldId="303"/>
            <ac:picMk id="23" creationId="{12B9BEDE-2A75-CDD0-2C28-1A699CE0CCA9}"/>
          </ac:picMkLst>
        </pc:picChg>
        <pc:picChg chg="add del mod">
          <ac:chgData name="Luis guilherme De barros andrade faria" userId="31e40991-e7d9-41d2-8af0-eeeeb0b0a000" providerId="ADAL" clId="{B350B1DC-FB38-521A-9133-2C303449DDC2}" dt="2025-11-27T17:29:37.267" v="7485" actId="478"/>
          <ac:picMkLst>
            <pc:docMk/>
            <pc:sldMk cId="248584214" sldId="303"/>
            <ac:picMk id="36" creationId="{FE988D0D-BDE6-B956-B9B4-6A95D1B9F2A4}"/>
          </ac:picMkLst>
        </pc:picChg>
        <pc:picChg chg="add mod">
          <ac:chgData name="Luis guilherme De barros andrade faria" userId="31e40991-e7d9-41d2-8af0-eeeeb0b0a000" providerId="ADAL" clId="{B350B1DC-FB38-521A-9133-2C303449DDC2}" dt="2025-11-27T17:38:54.795" v="7515"/>
          <ac:picMkLst>
            <pc:docMk/>
            <pc:sldMk cId="248584214" sldId="303"/>
            <ac:picMk id="47" creationId="{79957C9A-C0BF-07AE-5023-0368DEE2A087}"/>
          </ac:picMkLst>
        </pc:picChg>
      </pc:sldChg>
      <pc:sldChg chg="addSp delSp modSp mod modTransition delAnim modAnim">
        <pc:chgData name="Luis guilherme De barros andrade faria" userId="31e40991-e7d9-41d2-8af0-eeeeb0b0a000" providerId="ADAL" clId="{B350B1DC-FB38-521A-9133-2C303449DDC2}" dt="2025-11-27T17:38:54.795" v="7515"/>
        <pc:sldMkLst>
          <pc:docMk/>
          <pc:sldMk cId="1748756999" sldId="304"/>
        </pc:sldMkLst>
        <pc:spChg chg="mod">
          <ac:chgData name="Luis guilherme De barros andrade faria" userId="31e40991-e7d9-41d2-8af0-eeeeb0b0a000" providerId="ADAL" clId="{B350B1DC-FB38-521A-9133-2C303449DDC2}" dt="2025-11-27T17:11:57.446" v="7336" actId="403"/>
          <ac:spMkLst>
            <pc:docMk/>
            <pc:sldMk cId="1748756999" sldId="304"/>
            <ac:spMk id="7" creationId="{C6B0A24C-2A8D-4A63-2541-3C06926092AD}"/>
          </ac:spMkLst>
        </pc:spChg>
        <pc:spChg chg="mod">
          <ac:chgData name="Luis guilherme De barros andrade faria" userId="31e40991-e7d9-41d2-8af0-eeeeb0b0a000" providerId="ADAL" clId="{B350B1DC-FB38-521A-9133-2C303449DDC2}" dt="2025-11-27T17:12:31.368" v="7359" actId="20577"/>
          <ac:spMkLst>
            <pc:docMk/>
            <pc:sldMk cId="1748756999" sldId="304"/>
            <ac:spMk id="12" creationId="{4B7674C7-1477-451F-07D3-6AEF50ABCD73}"/>
          </ac:spMkLst>
        </pc:spChg>
        <pc:spChg chg="mod">
          <ac:chgData name="Luis guilherme De barros andrade faria" userId="31e40991-e7d9-41d2-8af0-eeeeb0b0a000" providerId="ADAL" clId="{B350B1DC-FB38-521A-9133-2C303449DDC2}" dt="2025-11-27T17:11:48.105" v="7332" actId="20577"/>
          <ac:spMkLst>
            <pc:docMk/>
            <pc:sldMk cId="1748756999" sldId="304"/>
            <ac:spMk id="16" creationId="{23DC7E97-372E-0F86-6835-C4E33E180EBF}"/>
          </ac:spMkLst>
        </pc:spChg>
        <pc:spChg chg="mod">
          <ac:chgData name="Luis guilherme De barros andrade faria" userId="31e40991-e7d9-41d2-8af0-eeeeb0b0a000" providerId="ADAL" clId="{B350B1DC-FB38-521A-9133-2C303449DDC2}" dt="2025-11-27T17:12:25.886" v="7357" actId="20577"/>
          <ac:spMkLst>
            <pc:docMk/>
            <pc:sldMk cId="1748756999" sldId="304"/>
            <ac:spMk id="19" creationId="{749B6610-1CD0-F026-A87B-C379E5DC7AFB}"/>
          </ac:spMkLst>
        </pc:spChg>
        <pc:picChg chg="add del mod">
          <ac:chgData name="Luis guilherme De barros andrade faria" userId="31e40991-e7d9-41d2-8af0-eeeeb0b0a000" providerId="ADAL" clId="{B350B1DC-FB38-521A-9133-2C303449DDC2}" dt="2025-11-27T17:16:07.103" v="7440" actId="478"/>
          <ac:picMkLst>
            <pc:docMk/>
            <pc:sldMk cId="1748756999" sldId="304"/>
            <ac:picMk id="20" creationId="{A84364AD-97F2-D4DF-E56E-26089051B45A}"/>
          </ac:picMkLst>
        </pc:picChg>
        <pc:picChg chg="add del mod">
          <ac:chgData name="Luis guilherme De barros andrade faria" userId="31e40991-e7d9-41d2-8af0-eeeeb0b0a000" providerId="ADAL" clId="{B350B1DC-FB38-521A-9133-2C303449DDC2}" dt="2025-11-27T17:29:38.979" v="7486" actId="478"/>
          <ac:picMkLst>
            <pc:docMk/>
            <pc:sldMk cId="1748756999" sldId="304"/>
            <ac:picMk id="33" creationId="{07170705-7633-0836-0577-094637126D96}"/>
          </ac:picMkLst>
        </pc:picChg>
        <pc:picChg chg="add mod">
          <ac:chgData name="Luis guilherme De barros andrade faria" userId="31e40991-e7d9-41d2-8af0-eeeeb0b0a000" providerId="ADAL" clId="{B350B1DC-FB38-521A-9133-2C303449DDC2}" dt="2025-11-27T17:38:54.795" v="7515"/>
          <ac:picMkLst>
            <pc:docMk/>
            <pc:sldMk cId="1748756999" sldId="304"/>
            <ac:picMk id="42" creationId="{B64E77DA-CA1C-CA19-36E6-93DA1E152844}"/>
          </ac:picMkLst>
        </pc:picChg>
      </pc:sldChg>
      <pc:sldChg chg="addSp delSp modSp mod modTransition delAnim">
        <pc:chgData name="Luis guilherme De barros andrade faria" userId="31e40991-e7d9-41d2-8af0-eeeeb0b0a000" providerId="ADAL" clId="{B350B1DC-FB38-521A-9133-2C303449DDC2}" dt="2025-11-27T17:38:54.795" v="7515"/>
        <pc:sldMkLst>
          <pc:docMk/>
          <pc:sldMk cId="2451077623" sldId="305"/>
        </pc:sldMkLst>
        <pc:picChg chg="add del mod">
          <ac:chgData name="Luis guilherme De barros andrade faria" userId="31e40991-e7d9-41d2-8af0-eeeeb0b0a000" providerId="ADAL" clId="{B350B1DC-FB38-521A-9133-2C303449DDC2}" dt="2025-11-27T17:16:09.429" v="7441" actId="478"/>
          <ac:picMkLst>
            <pc:docMk/>
            <pc:sldMk cId="2451077623" sldId="305"/>
            <ac:picMk id="7" creationId="{EEB7DDFD-750C-913E-5C4C-34E76904FA1C}"/>
          </ac:picMkLst>
        </pc:picChg>
        <pc:picChg chg="add del mod">
          <ac:chgData name="Luis guilherme De barros andrade faria" userId="31e40991-e7d9-41d2-8af0-eeeeb0b0a000" providerId="ADAL" clId="{B350B1DC-FB38-521A-9133-2C303449DDC2}" dt="2025-11-27T17:29:41.120" v="7487" actId="478"/>
          <ac:picMkLst>
            <pc:docMk/>
            <pc:sldMk cId="2451077623" sldId="305"/>
            <ac:picMk id="18" creationId="{14100693-2DC5-2D7F-DBB5-A8F5795A17F5}"/>
          </ac:picMkLst>
        </pc:picChg>
        <pc:picChg chg="add mod">
          <ac:chgData name="Luis guilherme De barros andrade faria" userId="31e40991-e7d9-41d2-8af0-eeeeb0b0a000" providerId="ADAL" clId="{B350B1DC-FB38-521A-9133-2C303449DDC2}" dt="2025-11-27T17:38:54.795" v="7515"/>
          <ac:picMkLst>
            <pc:docMk/>
            <pc:sldMk cId="2451077623" sldId="305"/>
            <ac:picMk id="27" creationId="{84869F4C-C253-FB4A-DAD1-E4EC7E2BBC4F}"/>
          </ac:picMkLst>
        </pc:picChg>
      </pc:sldChg>
    </pc:docChg>
  </pc:docChgLst>
  <pc:docChgLst>
    <pc:chgData name="Luis guilherme De barros andrade faria" userId="S::luis.faria@student.torrens.edu.au::31e40991-e7d9-41d2-8af0-eeeeb0b0a000" providerId="AD" clId="Web-{0BC2E837-C3B4-9C50-FED3-2A6DBF417B5C}"/>
    <pc:docChg chg="addSld delSld modSld sldOrd">
      <pc:chgData name="Luis guilherme De barros andrade faria" userId="S::luis.faria@student.torrens.edu.au::31e40991-e7d9-41d2-8af0-eeeeb0b0a000" providerId="AD" clId="Web-{0BC2E837-C3B4-9C50-FED3-2A6DBF417B5C}" dt="2025-11-27T03:57:47.708" v="1848"/>
      <pc:docMkLst>
        <pc:docMk/>
      </pc:docMkLst>
      <pc:sldChg chg="del">
        <pc:chgData name="Luis guilherme De barros andrade faria" userId="S::luis.faria@student.torrens.edu.au::31e40991-e7d9-41d2-8af0-eeeeb0b0a000" providerId="AD" clId="Web-{0BC2E837-C3B4-9C50-FED3-2A6DBF417B5C}" dt="2025-11-26T23:04:16.103" v="757"/>
        <pc:sldMkLst>
          <pc:docMk/>
          <pc:sldMk cId="2764262270" sldId="269"/>
        </pc:sldMkLst>
      </pc:sldChg>
      <pc:sldChg chg="delSp modSp del">
        <pc:chgData name="Luis guilherme De barros andrade faria" userId="S::luis.faria@student.torrens.edu.au::31e40991-e7d9-41d2-8af0-eeeeb0b0a000" providerId="AD" clId="Web-{0BC2E837-C3B4-9C50-FED3-2A6DBF417B5C}" dt="2025-11-27T00:45:02.780" v="1251"/>
        <pc:sldMkLst>
          <pc:docMk/>
          <pc:sldMk cId="1748718786" sldId="272"/>
        </pc:sldMkLst>
        <pc:picChg chg="del mod">
          <ac:chgData name="Luis guilherme De barros andrade faria" userId="S::luis.faria@student.torrens.edu.au::31e40991-e7d9-41d2-8af0-eeeeb0b0a000" providerId="AD" clId="Web-{0BC2E837-C3B4-9C50-FED3-2A6DBF417B5C}" dt="2025-11-27T00:44:47.670" v="1247"/>
          <ac:picMkLst>
            <pc:docMk/>
            <pc:sldMk cId="1748718786" sldId="272"/>
            <ac:picMk id="4" creationId="{E26B4C12-6582-974C-B81A-0921537C452E}"/>
          </ac:picMkLst>
        </pc:picChg>
      </pc:sldChg>
      <pc:sldChg chg="delAnim">
        <pc:chgData name="Luis guilherme De barros andrade faria" userId="S::luis.faria@student.torrens.edu.au::31e40991-e7d9-41d2-8af0-eeeeb0b0a000" providerId="AD" clId="Web-{0BC2E837-C3B4-9C50-FED3-2A6DBF417B5C}" dt="2025-11-27T03:57:34.521" v="1846"/>
        <pc:sldMkLst>
          <pc:docMk/>
          <pc:sldMk cId="3915788356" sldId="274"/>
        </pc:sldMkLst>
      </pc:sldChg>
      <pc:sldChg chg="modSp delAnim modNotes">
        <pc:chgData name="Luis guilherme De barros andrade faria" userId="S::luis.faria@student.torrens.edu.au::31e40991-e7d9-41d2-8af0-eeeeb0b0a000" providerId="AD" clId="Web-{0BC2E837-C3B4-9C50-FED3-2A6DBF417B5C}" dt="2025-11-27T03:57:19.880" v="1844" actId="20577"/>
        <pc:sldMkLst>
          <pc:docMk/>
          <pc:sldMk cId="2953200739" sldId="280"/>
        </pc:sldMkLst>
        <pc:spChg chg="mod">
          <ac:chgData name="Luis guilherme De barros andrade faria" userId="S::luis.faria@student.torrens.edu.au::31e40991-e7d9-41d2-8af0-eeeeb0b0a000" providerId="AD" clId="Web-{0BC2E837-C3B4-9C50-FED3-2A6DBF417B5C}" dt="2025-11-27T03:56:59.317" v="1834" actId="14100"/>
          <ac:spMkLst>
            <pc:docMk/>
            <pc:sldMk cId="2953200739" sldId="280"/>
            <ac:spMk id="4" creationId="{67A8D380-C278-9AB6-00E0-A715283C5C14}"/>
          </ac:spMkLst>
        </pc:spChg>
        <pc:spChg chg="mod">
          <ac:chgData name="Luis guilherme De barros andrade faria" userId="S::luis.faria@student.torrens.edu.au::31e40991-e7d9-41d2-8af0-eeeeb0b0a000" providerId="AD" clId="Web-{0BC2E837-C3B4-9C50-FED3-2A6DBF417B5C}" dt="2025-11-27T03:57:19.880" v="1844" actId="20577"/>
          <ac:spMkLst>
            <pc:docMk/>
            <pc:sldMk cId="2953200739" sldId="280"/>
            <ac:spMk id="5" creationId="{CF722A1D-04B6-AC14-C0D0-6315C5C1AB98}"/>
          </ac:spMkLst>
        </pc:spChg>
      </pc:sldChg>
      <pc:sldChg chg="del">
        <pc:chgData name="Luis guilherme De barros andrade faria" userId="S::luis.faria@student.torrens.edu.au::31e40991-e7d9-41d2-8af0-eeeeb0b0a000" providerId="AD" clId="Web-{0BC2E837-C3B4-9C50-FED3-2A6DBF417B5C}" dt="2025-11-26T22:44:21.422" v="568"/>
        <pc:sldMkLst>
          <pc:docMk/>
          <pc:sldMk cId="4019019945" sldId="290"/>
        </pc:sldMkLst>
      </pc:sldChg>
      <pc:sldChg chg="addSp modSp addAnim modAnim modNotes">
        <pc:chgData name="Luis guilherme De barros andrade faria" userId="S::luis.faria@student.torrens.edu.au::31e40991-e7d9-41d2-8af0-eeeeb0b0a000" providerId="AD" clId="Web-{0BC2E837-C3B4-9C50-FED3-2A6DBF417B5C}" dt="2025-11-27T03:49:13.495" v="1751"/>
        <pc:sldMkLst>
          <pc:docMk/>
          <pc:sldMk cId="1502026284" sldId="291"/>
        </pc:sldMkLst>
        <pc:spChg chg="mod">
          <ac:chgData name="Luis guilherme De barros andrade faria" userId="S::luis.faria@student.torrens.edu.au::31e40991-e7d9-41d2-8af0-eeeeb0b0a000" providerId="AD" clId="Web-{0BC2E837-C3B4-9C50-FED3-2A6DBF417B5C}" dt="2025-11-26T22:11:16.657" v="11" actId="20577"/>
          <ac:spMkLst>
            <pc:docMk/>
            <pc:sldMk cId="1502026284" sldId="291"/>
            <ac:spMk id="4" creationId="{A2D82127-780F-EFF0-5E45-D20ADA32A7E8}"/>
          </ac:spMkLst>
        </pc:spChg>
        <pc:spChg chg="add mod">
          <ac:chgData name="Luis guilherme De barros andrade faria" userId="S::luis.faria@student.torrens.edu.au::31e40991-e7d9-41d2-8af0-eeeeb0b0a000" providerId="AD" clId="Web-{0BC2E837-C3B4-9C50-FED3-2A6DBF417B5C}" dt="2025-11-27T03:48:00.804" v="1745" actId="1076"/>
          <ac:spMkLst>
            <pc:docMk/>
            <pc:sldMk cId="1502026284" sldId="291"/>
            <ac:spMk id="11" creationId="{CB434222-62B0-60F5-B75A-AB22E4559251}"/>
          </ac:spMkLst>
        </pc:spChg>
        <pc:spChg chg="mod">
          <ac:chgData name="Luis guilherme De barros andrade faria" userId="S::luis.faria@student.torrens.edu.au::31e40991-e7d9-41d2-8af0-eeeeb0b0a000" providerId="AD" clId="Web-{0BC2E837-C3B4-9C50-FED3-2A6DBF417B5C}" dt="2025-11-26T22:11:32.454" v="13" actId="14100"/>
          <ac:spMkLst>
            <pc:docMk/>
            <pc:sldMk cId="1502026284" sldId="291"/>
            <ac:spMk id="13" creationId="{2049363A-6202-64B5-A6D1-8E98923DA2F4}"/>
          </ac:spMkLst>
        </pc:spChg>
        <pc:picChg chg="add mod">
          <ac:chgData name="Luis guilherme De barros andrade faria" userId="S::luis.faria@student.torrens.edu.au::31e40991-e7d9-41d2-8af0-eeeeb0b0a000" providerId="AD" clId="Web-{0BC2E837-C3B4-9C50-FED3-2A6DBF417B5C}" dt="2025-11-27T03:46:45.504" v="1726" actId="1076"/>
          <ac:picMkLst>
            <pc:docMk/>
            <pc:sldMk cId="1502026284" sldId="291"/>
            <ac:picMk id="3" creationId="{F769C620-DEC1-CF8E-6547-8793C944BF08}"/>
          </ac:picMkLst>
        </pc:picChg>
      </pc:sldChg>
      <pc:sldChg chg="addSp delSp modSp addAnim delAnim modAnim modNotes">
        <pc:chgData name="Luis guilherme De barros andrade faria" userId="S::luis.faria@student.torrens.edu.au::31e40991-e7d9-41d2-8af0-eeeeb0b0a000" providerId="AD" clId="Web-{0BC2E837-C3B4-9C50-FED3-2A6DBF417B5C}" dt="2025-11-27T03:48:45.447" v="1749"/>
        <pc:sldMkLst>
          <pc:docMk/>
          <pc:sldMk cId="1949305215" sldId="292"/>
        </pc:sldMkLst>
        <pc:spChg chg="add del mod">
          <ac:chgData name="Luis guilherme De barros andrade faria" userId="S::luis.faria@student.torrens.edu.au::31e40991-e7d9-41d2-8af0-eeeeb0b0a000" providerId="AD" clId="Web-{0BC2E837-C3B4-9C50-FED3-2A6DBF417B5C}" dt="2025-11-26T22:15:15.080" v="46"/>
          <ac:spMkLst>
            <pc:docMk/>
            <pc:sldMk cId="1949305215" sldId="292"/>
            <ac:spMk id="2" creationId="{762C75CE-8BD5-C992-DC18-EDEFD671C8C7}"/>
          </ac:spMkLst>
        </pc:spChg>
        <pc:spChg chg="mod">
          <ac:chgData name="Luis guilherme De barros andrade faria" userId="S::luis.faria@student.torrens.edu.au::31e40991-e7d9-41d2-8af0-eeeeb0b0a000" providerId="AD" clId="Web-{0BC2E837-C3B4-9C50-FED3-2A6DBF417B5C}" dt="2025-11-26T22:12:30.829" v="16"/>
          <ac:spMkLst>
            <pc:docMk/>
            <pc:sldMk cId="1949305215" sldId="292"/>
            <ac:spMk id="5" creationId="{8DB6ADB5-69AB-BB6B-1003-E73C127F7105}"/>
          </ac:spMkLst>
        </pc:spChg>
        <pc:spChg chg="add del">
          <ac:chgData name="Luis guilherme De barros andrade faria" userId="S::luis.faria@student.torrens.edu.au::31e40991-e7d9-41d2-8af0-eeeeb0b0a000" providerId="AD" clId="Web-{0BC2E837-C3B4-9C50-FED3-2A6DBF417B5C}" dt="2025-11-26T22:15:34.752" v="54"/>
          <ac:spMkLst>
            <pc:docMk/>
            <pc:sldMk cId="1949305215" sldId="292"/>
            <ac:spMk id="12" creationId="{102B2D69-DFC1-AAAF-EABB-AA1049977AD3}"/>
          </ac:spMkLst>
        </pc:spChg>
        <pc:spChg chg="add mod">
          <ac:chgData name="Luis guilherme De barros andrade faria" userId="S::luis.faria@student.torrens.edu.au::31e40991-e7d9-41d2-8af0-eeeeb0b0a000" providerId="AD" clId="Web-{0BC2E837-C3B4-9C50-FED3-2A6DBF417B5C}" dt="2025-11-27T03:35:33.859" v="1718" actId="20577"/>
          <ac:spMkLst>
            <pc:docMk/>
            <pc:sldMk cId="1949305215" sldId="292"/>
            <ac:spMk id="14" creationId="{74574ACA-8286-D4B4-50F2-D1DBE8A5BE56}"/>
          </ac:spMkLst>
        </pc:spChg>
        <pc:picChg chg="add mod">
          <ac:chgData name="Luis guilherme De barros andrade faria" userId="S::luis.faria@student.torrens.edu.au::31e40991-e7d9-41d2-8af0-eeeeb0b0a000" providerId="AD" clId="Web-{0BC2E837-C3B4-9C50-FED3-2A6DBF417B5C}" dt="2025-11-26T22:16:30.189" v="71" actId="1076"/>
          <ac:picMkLst>
            <pc:docMk/>
            <pc:sldMk cId="1949305215" sldId="292"/>
            <ac:picMk id="4" creationId="{A682DF5D-18EF-0226-84B0-71FEA52970F0}"/>
          </ac:picMkLst>
        </pc:picChg>
      </pc:sldChg>
      <pc:sldChg chg="del">
        <pc:chgData name="Luis guilherme De barros andrade faria" userId="S::luis.faria@student.torrens.edu.au::31e40991-e7d9-41d2-8af0-eeeeb0b0a000" providerId="AD" clId="Web-{0BC2E837-C3B4-9C50-FED3-2A6DBF417B5C}" dt="2025-11-26T22:26:22.289" v="283"/>
        <pc:sldMkLst>
          <pc:docMk/>
          <pc:sldMk cId="4235566015" sldId="293"/>
        </pc:sldMkLst>
      </pc:sldChg>
      <pc:sldChg chg="addSp delSp modSp add del addAnim delAnim modNotes">
        <pc:chgData name="Luis guilherme De barros andrade faria" userId="S::luis.faria@student.torrens.edu.au::31e40991-e7d9-41d2-8af0-eeeeb0b0a000" providerId="AD" clId="Web-{0BC2E837-C3B4-9C50-FED3-2A6DBF417B5C}" dt="2025-11-26T22:41:01.545" v="536"/>
        <pc:sldMkLst>
          <pc:docMk/>
          <pc:sldMk cId="35890885" sldId="294"/>
        </pc:sldMkLst>
        <pc:spChg chg="del">
          <ac:chgData name="Luis guilherme De barros andrade faria" userId="S::luis.faria@student.torrens.edu.au::31e40991-e7d9-41d2-8af0-eeeeb0b0a000" providerId="AD" clId="Web-{0BC2E837-C3B4-9C50-FED3-2A6DBF417B5C}" dt="2025-11-26T22:40:18.842" v="461"/>
          <ac:spMkLst>
            <pc:docMk/>
            <pc:sldMk cId="35890885" sldId="294"/>
            <ac:spMk id="2" creationId="{7C4D4C1B-B19B-9E02-E462-A3AB9734D6BA}"/>
          </ac:spMkLst>
        </pc:spChg>
        <pc:spChg chg="del mod">
          <ac:chgData name="Luis guilherme De barros andrade faria" userId="S::luis.faria@student.torrens.edu.au::31e40991-e7d9-41d2-8af0-eeeeb0b0a000" providerId="AD" clId="Web-{0BC2E837-C3B4-9C50-FED3-2A6DBF417B5C}" dt="2025-11-26T22:40:20.670" v="463"/>
          <ac:spMkLst>
            <pc:docMk/>
            <pc:sldMk cId="35890885" sldId="294"/>
            <ac:spMk id="3" creationId="{32C0C4B6-00CC-A0C0-2ABA-69682094A1CB}"/>
          </ac:spMkLst>
        </pc:spChg>
        <pc:spChg chg="del mod">
          <ac:chgData name="Luis guilherme De barros andrade faria" userId="S::luis.faria@student.torrens.edu.au::31e40991-e7d9-41d2-8af0-eeeeb0b0a000" providerId="AD" clId="Web-{0BC2E837-C3B4-9C50-FED3-2A6DBF417B5C}" dt="2025-11-26T22:40:27.607" v="465"/>
          <ac:spMkLst>
            <pc:docMk/>
            <pc:sldMk cId="35890885" sldId="294"/>
            <ac:spMk id="5" creationId="{CA96E9D2-40C9-D975-D8EB-AFF492DD4B30}"/>
          </ac:spMkLst>
        </pc:spChg>
        <pc:spChg chg="del">
          <ac:chgData name="Luis guilherme De barros andrade faria" userId="S::luis.faria@student.torrens.edu.au::31e40991-e7d9-41d2-8af0-eeeeb0b0a000" providerId="AD" clId="Web-{0BC2E837-C3B4-9C50-FED3-2A6DBF417B5C}" dt="2025-11-26T22:40:16.139" v="459"/>
          <ac:spMkLst>
            <pc:docMk/>
            <pc:sldMk cId="35890885" sldId="294"/>
            <ac:spMk id="7" creationId="{485FADCC-38E0-BB6A-842F-2FB994E02391}"/>
          </ac:spMkLst>
        </pc:spChg>
        <pc:spChg chg="del">
          <ac:chgData name="Luis guilherme De barros andrade faria" userId="S::luis.faria@student.torrens.edu.au::31e40991-e7d9-41d2-8af0-eeeeb0b0a000" providerId="AD" clId="Web-{0BC2E837-C3B4-9C50-FED3-2A6DBF417B5C}" dt="2025-11-26T22:40:19.670" v="462"/>
          <ac:spMkLst>
            <pc:docMk/>
            <pc:sldMk cId="35890885" sldId="294"/>
            <ac:spMk id="9" creationId="{A323D387-6FE1-4F89-35E4-898FAA6F9400}"/>
          </ac:spMkLst>
        </pc:spChg>
        <pc:spChg chg="add mod">
          <ac:chgData name="Luis guilherme De barros andrade faria" userId="S::luis.faria@student.torrens.edu.au::31e40991-e7d9-41d2-8af0-eeeeb0b0a000" providerId="AD" clId="Web-{0BC2E837-C3B4-9C50-FED3-2A6DBF417B5C}" dt="2025-11-26T22:36:06.104" v="382" actId="1076"/>
          <ac:spMkLst>
            <pc:docMk/>
            <pc:sldMk cId="35890885" sldId="294"/>
            <ac:spMk id="74" creationId="{3B2BAC08-B17B-C57F-0CE1-DD1D61FA4B1F}"/>
          </ac:spMkLst>
        </pc:spChg>
        <pc:spChg chg="add mod">
          <ac:chgData name="Luis guilherme De barros andrade faria" userId="S::luis.faria@student.torrens.edu.au::31e40991-e7d9-41d2-8af0-eeeeb0b0a000" providerId="AD" clId="Web-{0BC2E837-C3B4-9C50-FED3-2A6DBF417B5C}" dt="2025-11-26T22:36:06.104" v="383" actId="1076"/>
          <ac:spMkLst>
            <pc:docMk/>
            <pc:sldMk cId="35890885" sldId="294"/>
            <ac:spMk id="75" creationId="{293E278C-8F74-17E1-FAAF-5670A3510C04}"/>
          </ac:spMkLst>
        </pc:spChg>
        <pc:spChg chg="add mod">
          <ac:chgData name="Luis guilherme De barros andrade faria" userId="S::luis.faria@student.torrens.edu.au::31e40991-e7d9-41d2-8af0-eeeeb0b0a000" providerId="AD" clId="Web-{0BC2E837-C3B4-9C50-FED3-2A6DBF417B5C}" dt="2025-11-26T22:36:06.104" v="384" actId="1076"/>
          <ac:spMkLst>
            <pc:docMk/>
            <pc:sldMk cId="35890885" sldId="294"/>
            <ac:spMk id="76" creationId="{9B9E1553-13E3-6310-9E8B-F5A3DE4E6EBE}"/>
          </ac:spMkLst>
        </pc:spChg>
        <pc:spChg chg="add mod">
          <ac:chgData name="Luis guilherme De barros andrade faria" userId="S::luis.faria@student.torrens.edu.au::31e40991-e7d9-41d2-8af0-eeeeb0b0a000" providerId="AD" clId="Web-{0BC2E837-C3B4-9C50-FED3-2A6DBF417B5C}" dt="2025-11-26T22:36:06.120" v="385" actId="1076"/>
          <ac:spMkLst>
            <pc:docMk/>
            <pc:sldMk cId="35890885" sldId="294"/>
            <ac:spMk id="77" creationId="{3CFA72D7-9698-5561-8FEA-4758A74B9C5E}"/>
          </ac:spMkLst>
        </pc:spChg>
        <pc:spChg chg="add mod">
          <ac:chgData name="Luis guilherme De barros andrade faria" userId="S::luis.faria@student.torrens.edu.au::31e40991-e7d9-41d2-8af0-eeeeb0b0a000" providerId="AD" clId="Web-{0BC2E837-C3B4-9C50-FED3-2A6DBF417B5C}" dt="2025-11-26T22:36:06.120" v="386" actId="1076"/>
          <ac:spMkLst>
            <pc:docMk/>
            <pc:sldMk cId="35890885" sldId="294"/>
            <ac:spMk id="168" creationId="{A65B3852-0564-347E-85C7-154F4DEBA2C3}"/>
          </ac:spMkLst>
        </pc:spChg>
        <pc:spChg chg="add mod">
          <ac:chgData name="Luis guilherme De barros andrade faria" userId="S::luis.faria@student.torrens.edu.au::31e40991-e7d9-41d2-8af0-eeeeb0b0a000" providerId="AD" clId="Web-{0BC2E837-C3B4-9C50-FED3-2A6DBF417B5C}" dt="2025-11-26T22:36:06.135" v="387" actId="1076"/>
          <ac:spMkLst>
            <pc:docMk/>
            <pc:sldMk cId="35890885" sldId="294"/>
            <ac:spMk id="169" creationId="{755B13AD-67F4-43E3-B153-022FD58DA459}"/>
          </ac:spMkLst>
        </pc:spChg>
        <pc:spChg chg="add del mod">
          <ac:chgData name="Luis guilherme De barros andrade faria" userId="S::luis.faria@student.torrens.edu.au::31e40991-e7d9-41d2-8af0-eeeeb0b0a000" providerId="AD" clId="Web-{0BC2E837-C3B4-9C50-FED3-2A6DBF417B5C}" dt="2025-11-26T22:35:38.901" v="378"/>
          <ac:spMkLst>
            <pc:docMk/>
            <pc:sldMk cId="35890885" sldId="294"/>
            <ac:spMk id="170" creationId="{9F49ABBF-17DC-98CA-6F9D-2DF2263B682A}"/>
          </ac:spMkLst>
        </pc:spChg>
        <pc:spChg chg="add mod">
          <ac:chgData name="Luis guilherme De barros andrade faria" userId="S::luis.faria@student.torrens.edu.au::31e40991-e7d9-41d2-8af0-eeeeb0b0a000" providerId="AD" clId="Web-{0BC2E837-C3B4-9C50-FED3-2A6DBF417B5C}" dt="2025-11-26T22:36:06.135" v="388" actId="1076"/>
          <ac:spMkLst>
            <pc:docMk/>
            <pc:sldMk cId="35890885" sldId="294"/>
            <ac:spMk id="171" creationId="{B48B6412-4EDD-73B8-B424-F7FE9B783BC4}"/>
          </ac:spMkLst>
        </pc:spChg>
        <pc:spChg chg="add mod">
          <ac:chgData name="Luis guilherme De barros andrade faria" userId="S::luis.faria@student.torrens.edu.au::31e40991-e7d9-41d2-8af0-eeeeb0b0a000" providerId="AD" clId="Web-{0BC2E837-C3B4-9C50-FED3-2A6DBF417B5C}" dt="2025-11-26T22:37:30.339" v="415" actId="1076"/>
          <ac:spMkLst>
            <pc:docMk/>
            <pc:sldMk cId="35890885" sldId="294"/>
            <ac:spMk id="173" creationId="{DD7DFD27-D865-17AF-2AB8-A6B66373E16A}"/>
          </ac:spMkLst>
        </pc:spChg>
        <pc:spChg chg="add mod">
          <ac:chgData name="Luis guilherme De barros andrade faria" userId="S::luis.faria@student.torrens.edu.au::31e40991-e7d9-41d2-8af0-eeeeb0b0a000" providerId="AD" clId="Web-{0BC2E837-C3B4-9C50-FED3-2A6DBF417B5C}" dt="2025-11-26T22:37:44.464" v="417" actId="1076"/>
          <ac:spMkLst>
            <pc:docMk/>
            <pc:sldMk cId="35890885" sldId="294"/>
            <ac:spMk id="175" creationId="{A8BDB9A4-DE4C-A7B3-126E-792D7E32CBE6}"/>
          </ac:spMkLst>
        </pc:spChg>
        <pc:spChg chg="add mod">
          <ac:chgData name="Luis guilherme De barros andrade faria" userId="S::luis.faria@student.torrens.edu.au::31e40991-e7d9-41d2-8af0-eeeeb0b0a000" providerId="AD" clId="Web-{0BC2E837-C3B4-9C50-FED3-2A6DBF417B5C}" dt="2025-11-26T22:39:03.528" v="428" actId="20577"/>
          <ac:spMkLst>
            <pc:docMk/>
            <pc:sldMk cId="35890885" sldId="294"/>
            <ac:spMk id="177" creationId="{BDE97FA8-EC7A-453D-84B5-A95188EAE5A5}"/>
          </ac:spMkLst>
        </pc:spChg>
        <pc:spChg chg="add mod">
          <ac:chgData name="Luis guilherme De barros andrade faria" userId="S::luis.faria@student.torrens.edu.au::31e40991-e7d9-41d2-8af0-eeeeb0b0a000" providerId="AD" clId="Web-{0BC2E837-C3B4-9C50-FED3-2A6DBF417B5C}" dt="2025-11-26T22:40:27.607" v="465"/>
          <ac:spMkLst>
            <pc:docMk/>
            <pc:sldMk cId="35890885" sldId="294"/>
            <ac:spMk id="179" creationId="{809C441E-E65D-DBCE-CCD4-B855BB0DF143}"/>
          </ac:spMkLst>
        </pc:spChg>
        <pc:graphicFrameChg chg="add del mod">
          <ac:chgData name="Luis guilherme De barros andrade faria" userId="S::luis.faria@student.torrens.edu.au::31e40991-e7d9-41d2-8af0-eeeeb0b0a000" providerId="AD" clId="Web-{0BC2E837-C3B4-9C50-FED3-2A6DBF417B5C}" dt="2025-11-26T22:34:28.119" v="360"/>
          <ac:graphicFrameMkLst>
            <pc:docMk/>
            <pc:sldMk cId="35890885" sldId="294"/>
            <ac:graphicFrameMk id="6" creationId="{51C6B8E3-1787-CE28-13E5-B45099417FE3}"/>
          </ac:graphicFrameMkLst>
        </pc:graphicFrameChg>
        <pc:picChg chg="del">
          <ac:chgData name="Luis guilherme De barros andrade faria" userId="S::luis.faria@student.torrens.edu.au::31e40991-e7d9-41d2-8af0-eeeeb0b0a000" providerId="AD" clId="Web-{0BC2E837-C3B4-9C50-FED3-2A6DBF417B5C}" dt="2025-11-26T22:40:16.982" v="460"/>
          <ac:picMkLst>
            <pc:docMk/>
            <pc:sldMk cId="35890885" sldId="294"/>
            <ac:picMk id="4" creationId="{E53A3F91-8BB1-CB3F-AEFC-319BBB9B1FAD}"/>
          </ac:picMkLst>
        </pc:picChg>
        <pc:picChg chg="del">
          <ac:chgData name="Luis guilherme De barros andrade faria" userId="S::luis.faria@student.torrens.edu.au::31e40991-e7d9-41d2-8af0-eeeeb0b0a000" providerId="AD" clId="Web-{0BC2E837-C3B4-9C50-FED3-2A6DBF417B5C}" dt="2025-11-26T22:40:21.639" v="464"/>
          <ac:picMkLst>
            <pc:docMk/>
            <pc:sldMk cId="35890885" sldId="294"/>
            <ac:picMk id="8" creationId="{0981BD28-B0A6-6D19-3DF8-06F96C80467E}"/>
          </ac:picMkLst>
        </pc:picChg>
        <pc:picChg chg="add del mod">
          <ac:chgData name="Luis guilherme De barros andrade faria" userId="S::luis.faria@student.torrens.edu.au::31e40991-e7d9-41d2-8af0-eeeeb0b0a000" providerId="AD" clId="Web-{0BC2E837-C3B4-9C50-FED3-2A6DBF417B5C}" dt="2025-11-26T22:34:57.041" v="369"/>
          <ac:picMkLst>
            <pc:docMk/>
            <pc:sldMk cId="35890885" sldId="294"/>
            <ac:picMk id="28" creationId="{61BEB9FD-37B1-1482-421A-CD8F0AD20835}"/>
          </ac:picMkLst>
        </pc:picChg>
      </pc:sldChg>
      <pc:sldChg chg="delSp del">
        <pc:chgData name="Luis guilherme De barros andrade faria" userId="S::luis.faria@student.torrens.edu.au::31e40991-e7d9-41d2-8af0-eeeeb0b0a000" providerId="AD" clId="Web-{0BC2E837-C3B4-9C50-FED3-2A6DBF417B5C}" dt="2025-11-26T23:19:52.564" v="803"/>
        <pc:sldMkLst>
          <pc:docMk/>
          <pc:sldMk cId="3225279942" sldId="295"/>
        </pc:sldMkLst>
        <pc:spChg chg="del">
          <ac:chgData name="Luis guilherme De barros andrade faria" userId="S::luis.faria@student.torrens.edu.au::31e40991-e7d9-41d2-8af0-eeeeb0b0a000" providerId="AD" clId="Web-{0BC2E837-C3B4-9C50-FED3-2A6DBF417B5C}" dt="2025-11-26T23:19:08.861" v="785"/>
          <ac:spMkLst>
            <pc:docMk/>
            <pc:sldMk cId="3225279942" sldId="295"/>
            <ac:spMk id="2" creationId="{728A66B3-550C-6655-CC32-03BE3B89F026}"/>
          </ac:spMkLst>
        </pc:spChg>
        <pc:spChg chg="del">
          <ac:chgData name="Luis guilherme De barros andrade faria" userId="S::luis.faria@student.torrens.edu.au::31e40991-e7d9-41d2-8af0-eeeeb0b0a000" providerId="AD" clId="Web-{0BC2E837-C3B4-9C50-FED3-2A6DBF417B5C}" dt="2025-11-26T23:19:07.189" v="783"/>
          <ac:spMkLst>
            <pc:docMk/>
            <pc:sldMk cId="3225279942" sldId="295"/>
            <ac:spMk id="7" creationId="{0EC2C0CD-943F-326A-E854-18D86BD470C7}"/>
          </ac:spMkLst>
        </pc:spChg>
        <pc:spChg chg="del">
          <ac:chgData name="Luis guilherme De barros andrade faria" userId="S::luis.faria@student.torrens.edu.au::31e40991-e7d9-41d2-8af0-eeeeb0b0a000" providerId="AD" clId="Web-{0BC2E837-C3B4-9C50-FED3-2A6DBF417B5C}" dt="2025-11-26T23:19:09.517" v="786"/>
          <ac:spMkLst>
            <pc:docMk/>
            <pc:sldMk cId="3225279942" sldId="295"/>
            <ac:spMk id="14" creationId="{D9F4F3BF-8922-D01F-6F7C-BA08FE982D3A}"/>
          </ac:spMkLst>
        </pc:spChg>
        <pc:picChg chg="del">
          <ac:chgData name="Luis guilherme De barros andrade faria" userId="S::luis.faria@student.torrens.edu.au::31e40991-e7d9-41d2-8af0-eeeeb0b0a000" providerId="AD" clId="Web-{0BC2E837-C3B4-9C50-FED3-2A6DBF417B5C}" dt="2025-11-26T23:19:07.611" v="784"/>
          <ac:picMkLst>
            <pc:docMk/>
            <pc:sldMk cId="3225279942" sldId="295"/>
            <ac:picMk id="4" creationId="{CCBC77A8-84F0-34C6-DCA7-EC8D2C905EB1}"/>
          </ac:picMkLst>
        </pc:picChg>
        <pc:picChg chg="del">
          <ac:chgData name="Luis guilherme De barros andrade faria" userId="S::luis.faria@student.torrens.edu.au::31e40991-e7d9-41d2-8af0-eeeeb0b0a000" providerId="AD" clId="Web-{0BC2E837-C3B4-9C50-FED3-2A6DBF417B5C}" dt="2025-11-26T23:19:15.299" v="787"/>
          <ac:picMkLst>
            <pc:docMk/>
            <pc:sldMk cId="3225279942" sldId="295"/>
            <ac:picMk id="8" creationId="{5EC92D0E-5145-AF4B-1D83-EE4040236F07}"/>
          </ac:picMkLst>
        </pc:picChg>
      </pc:sldChg>
      <pc:sldChg chg="modNotes">
        <pc:chgData name="Luis guilherme De barros andrade faria" userId="S::luis.faria@student.torrens.edu.au::31e40991-e7d9-41d2-8af0-eeeeb0b0a000" providerId="AD" clId="Web-{0BC2E837-C3B4-9C50-FED3-2A6DBF417B5C}" dt="2025-11-27T01:07:33.068" v="1297"/>
        <pc:sldMkLst>
          <pc:docMk/>
          <pc:sldMk cId="2714601942" sldId="296"/>
        </pc:sldMkLst>
      </pc:sldChg>
      <pc:sldChg chg="addSp delSp modSp add replId addAnim delAnim modNotes">
        <pc:chgData name="Luis guilherme De barros andrade faria" userId="S::luis.faria@student.torrens.edu.au::31e40991-e7d9-41d2-8af0-eeeeb0b0a000" providerId="AD" clId="Web-{0BC2E837-C3B4-9C50-FED3-2A6DBF417B5C}" dt="2025-11-27T03:51:19.404" v="1774"/>
        <pc:sldMkLst>
          <pc:docMk/>
          <pc:sldMk cId="1429311657" sldId="297"/>
        </pc:sldMkLst>
        <pc:spChg chg="del">
          <ac:chgData name="Luis guilherme De barros andrade faria" userId="S::luis.faria@student.torrens.edu.au::31e40991-e7d9-41d2-8af0-eeeeb0b0a000" providerId="AD" clId="Web-{0BC2E837-C3B4-9C50-FED3-2A6DBF417B5C}" dt="2025-11-26T22:19:00.565" v="105"/>
          <ac:spMkLst>
            <pc:docMk/>
            <pc:sldMk cId="1429311657" sldId="297"/>
            <ac:spMk id="3" creationId="{5801ABEB-FC0E-A710-0D23-73472DC7629E}"/>
          </ac:spMkLst>
        </pc:spChg>
        <pc:spChg chg="add del">
          <ac:chgData name="Luis guilherme De barros andrade faria" userId="S::luis.faria@student.torrens.edu.au::31e40991-e7d9-41d2-8af0-eeeeb0b0a000" providerId="AD" clId="Web-{0BC2E837-C3B4-9C50-FED3-2A6DBF417B5C}" dt="2025-11-26T22:19:05.533" v="107"/>
          <ac:spMkLst>
            <pc:docMk/>
            <pc:sldMk cId="1429311657" sldId="297"/>
            <ac:spMk id="5" creationId="{23AC7336-9640-EFE6-2441-6D9B655B954A}"/>
          </ac:spMkLst>
        </pc:spChg>
        <pc:spChg chg="del">
          <ac:chgData name="Luis guilherme De barros andrade faria" userId="S::luis.faria@student.torrens.edu.au::31e40991-e7d9-41d2-8af0-eeeeb0b0a000" providerId="AD" clId="Web-{0BC2E837-C3B4-9C50-FED3-2A6DBF417B5C}" dt="2025-11-26T22:18:58.377" v="104"/>
          <ac:spMkLst>
            <pc:docMk/>
            <pc:sldMk cId="1429311657" sldId="297"/>
            <ac:spMk id="6" creationId="{F2A4A0A2-118C-AA2E-AEAD-3C6156EA588A}"/>
          </ac:spMkLst>
        </pc:spChg>
        <pc:spChg chg="add del">
          <ac:chgData name="Luis guilherme De barros andrade faria" userId="S::luis.faria@student.torrens.edu.au::31e40991-e7d9-41d2-8af0-eeeeb0b0a000" providerId="AD" clId="Web-{0BC2E837-C3B4-9C50-FED3-2A6DBF417B5C}" dt="2025-11-26T22:18:13.815" v="88"/>
          <ac:spMkLst>
            <pc:docMk/>
            <pc:sldMk cId="1429311657" sldId="297"/>
            <ac:spMk id="7" creationId="{2E1806C3-D0CD-504C-FB79-DFAA2B465ED6}"/>
          </ac:spMkLst>
        </pc:spChg>
        <pc:spChg chg="mod">
          <ac:chgData name="Luis guilherme De barros andrade faria" userId="S::luis.faria@student.torrens.edu.au::31e40991-e7d9-41d2-8af0-eeeeb0b0a000" providerId="AD" clId="Web-{0BC2E837-C3B4-9C50-FED3-2A6DBF417B5C}" dt="2025-11-26T22:23:31.178" v="219" actId="1076"/>
          <ac:spMkLst>
            <pc:docMk/>
            <pc:sldMk cId="1429311657" sldId="297"/>
            <ac:spMk id="8" creationId="{1CEE1D8C-A4D7-E6B2-4743-26791CFA651D}"/>
          </ac:spMkLst>
        </pc:spChg>
        <pc:spChg chg="del mod">
          <ac:chgData name="Luis guilherme De barros andrade faria" userId="S::luis.faria@student.torrens.edu.au::31e40991-e7d9-41d2-8af0-eeeeb0b0a000" providerId="AD" clId="Web-{0BC2E837-C3B4-9C50-FED3-2A6DBF417B5C}" dt="2025-11-26T22:18:19.643" v="90"/>
          <ac:spMkLst>
            <pc:docMk/>
            <pc:sldMk cId="1429311657" sldId="297"/>
            <ac:spMk id="9" creationId="{B7453DD0-15DB-ED94-12F0-DD90A9CE7EB5}"/>
          </ac:spMkLst>
        </pc:spChg>
        <pc:spChg chg="add">
          <ac:chgData name="Luis guilherme De barros andrade faria" userId="S::luis.faria@student.torrens.edu.au::31e40991-e7d9-41d2-8af0-eeeeb0b0a000" providerId="AD" clId="Web-{0BC2E837-C3B4-9C50-FED3-2A6DBF417B5C}" dt="2025-11-26T22:18:20.080" v="91"/>
          <ac:spMkLst>
            <pc:docMk/>
            <pc:sldMk cId="1429311657" sldId="297"/>
            <ac:spMk id="13" creationId="{D7A6FCA1-470A-F2DA-56EA-BA301A6DAA1F}"/>
          </ac:spMkLst>
        </pc:spChg>
        <pc:spChg chg="del">
          <ac:chgData name="Luis guilherme De barros andrade faria" userId="S::luis.faria@student.torrens.edu.au::31e40991-e7d9-41d2-8af0-eeeeb0b0a000" providerId="AD" clId="Web-{0BC2E837-C3B4-9C50-FED3-2A6DBF417B5C}" dt="2025-11-26T22:19:08.455" v="109"/>
          <ac:spMkLst>
            <pc:docMk/>
            <pc:sldMk cId="1429311657" sldId="297"/>
            <ac:spMk id="14" creationId="{D0F9324B-11FB-197A-C75E-823E136F7641}"/>
          </ac:spMkLst>
        </pc:spChg>
        <pc:spChg chg="add del mod">
          <ac:chgData name="Luis guilherme De barros andrade faria" userId="S::luis.faria@student.torrens.edu.au::31e40991-e7d9-41d2-8af0-eeeeb0b0a000" providerId="AD" clId="Web-{0BC2E837-C3B4-9C50-FED3-2A6DBF417B5C}" dt="2025-11-26T22:19:06.330" v="108"/>
          <ac:spMkLst>
            <pc:docMk/>
            <pc:sldMk cId="1429311657" sldId="297"/>
            <ac:spMk id="16" creationId="{936A96AD-6D1D-F67E-4F40-206DB12E9F05}"/>
          </ac:spMkLst>
        </pc:spChg>
        <pc:spChg chg="add del">
          <ac:chgData name="Luis guilherme De barros andrade faria" userId="S::luis.faria@student.torrens.edu.au::31e40991-e7d9-41d2-8af0-eeeeb0b0a000" providerId="AD" clId="Web-{0BC2E837-C3B4-9C50-FED3-2A6DBF417B5C}" dt="2025-11-26T22:20:01.284" v="132"/>
          <ac:spMkLst>
            <pc:docMk/>
            <pc:sldMk cId="1429311657" sldId="297"/>
            <ac:spMk id="18" creationId="{F327AE26-820D-5042-8E54-E743A449A838}"/>
          </ac:spMkLst>
        </pc:spChg>
        <pc:spChg chg="add del">
          <ac:chgData name="Luis guilherme De barros andrade faria" userId="S::luis.faria@student.torrens.edu.au::31e40991-e7d9-41d2-8af0-eeeeb0b0a000" providerId="AD" clId="Web-{0BC2E837-C3B4-9C50-FED3-2A6DBF417B5C}" dt="2025-11-26T22:20:01.284" v="131"/>
          <ac:spMkLst>
            <pc:docMk/>
            <pc:sldMk cId="1429311657" sldId="297"/>
            <ac:spMk id="20" creationId="{2D5420F1-8791-57CE-C994-0C43C838EB98}"/>
          </ac:spMkLst>
        </pc:spChg>
        <pc:spChg chg="add mod">
          <ac:chgData name="Luis guilherme De barros andrade faria" userId="S::luis.faria@student.torrens.edu.au::31e40991-e7d9-41d2-8af0-eeeeb0b0a000" providerId="AD" clId="Web-{0BC2E837-C3B4-9C50-FED3-2A6DBF417B5C}" dt="2025-11-26T22:23:31.193" v="221" actId="1076"/>
          <ac:spMkLst>
            <pc:docMk/>
            <pc:sldMk cId="1429311657" sldId="297"/>
            <ac:spMk id="22" creationId="{5E5FF7A8-D470-3324-845D-C3AE3EF4BA6C}"/>
          </ac:spMkLst>
        </pc:spChg>
        <pc:spChg chg="mod">
          <ac:chgData name="Luis guilherme De barros andrade faria" userId="S::luis.faria@student.torrens.edu.au::31e40991-e7d9-41d2-8af0-eeeeb0b0a000" providerId="AD" clId="Web-{0BC2E837-C3B4-9C50-FED3-2A6DBF417B5C}" dt="2025-11-26T22:23:31.193" v="220" actId="1076"/>
          <ac:spMkLst>
            <pc:docMk/>
            <pc:sldMk cId="1429311657" sldId="297"/>
            <ac:spMk id="23" creationId="{780CCC9B-FB06-C538-3E4B-130621ED7D21}"/>
          </ac:spMkLst>
        </pc:spChg>
        <pc:spChg chg="add mod">
          <ac:chgData name="Luis guilherme De barros andrade faria" userId="S::luis.faria@student.torrens.edu.au::31e40991-e7d9-41d2-8af0-eeeeb0b0a000" providerId="AD" clId="Web-{0BC2E837-C3B4-9C50-FED3-2A6DBF417B5C}" dt="2025-11-26T22:25:20.444" v="260" actId="20577"/>
          <ac:spMkLst>
            <pc:docMk/>
            <pc:sldMk cId="1429311657" sldId="297"/>
            <ac:spMk id="28" creationId="{32CC082C-6979-7440-065A-49078E6BF8D2}"/>
          </ac:spMkLst>
        </pc:spChg>
        <pc:spChg chg="add mod">
          <ac:chgData name="Luis guilherme De barros andrade faria" userId="S::luis.faria@student.torrens.edu.au::31e40991-e7d9-41d2-8af0-eeeeb0b0a000" providerId="AD" clId="Web-{0BC2E837-C3B4-9C50-FED3-2A6DBF417B5C}" dt="2025-11-26T22:23:31.209" v="223" actId="1076"/>
          <ac:spMkLst>
            <pc:docMk/>
            <pc:sldMk cId="1429311657" sldId="297"/>
            <ac:spMk id="30" creationId="{60685D3E-3094-CD43-AB1E-23D9C57448E8}"/>
          </ac:spMkLst>
        </pc:spChg>
        <pc:spChg chg="add del mod">
          <ac:chgData name="Luis guilherme De barros andrade faria" userId="S::luis.faria@student.torrens.edu.au::31e40991-e7d9-41d2-8af0-eeeeb0b0a000" providerId="AD" clId="Web-{0BC2E837-C3B4-9C50-FED3-2A6DBF417B5C}" dt="2025-11-26T22:21:31.238" v="180"/>
          <ac:spMkLst>
            <pc:docMk/>
            <pc:sldMk cId="1429311657" sldId="297"/>
            <ac:spMk id="32" creationId="{2DFF7DD4-D3AF-8E39-E8BB-E1C6C62DE23C}"/>
          </ac:spMkLst>
        </pc:spChg>
        <pc:spChg chg="add mod">
          <ac:chgData name="Luis guilherme De barros andrade faria" userId="S::luis.faria@student.torrens.edu.au::31e40991-e7d9-41d2-8af0-eeeeb0b0a000" providerId="AD" clId="Web-{0BC2E837-C3B4-9C50-FED3-2A6DBF417B5C}" dt="2025-11-26T22:23:31.225" v="224" actId="1076"/>
          <ac:spMkLst>
            <pc:docMk/>
            <pc:sldMk cId="1429311657" sldId="297"/>
            <ac:spMk id="34" creationId="{9C66B688-3B29-F904-2668-6331F3A72A72}"/>
          </ac:spMkLst>
        </pc:spChg>
        <pc:spChg chg="add del mod">
          <ac:chgData name="Luis guilherme De barros andrade faria" userId="S::luis.faria@student.torrens.edu.au::31e40991-e7d9-41d2-8af0-eeeeb0b0a000" providerId="AD" clId="Web-{0BC2E837-C3B4-9C50-FED3-2A6DBF417B5C}" dt="2025-11-26T22:21:32.504" v="181"/>
          <ac:spMkLst>
            <pc:docMk/>
            <pc:sldMk cId="1429311657" sldId="297"/>
            <ac:spMk id="36" creationId="{0018FE9B-F320-599D-DE0D-8F7D3A429F7C}"/>
          </ac:spMkLst>
        </pc:spChg>
        <pc:spChg chg="add mod">
          <ac:chgData name="Luis guilherme De barros andrade faria" userId="S::luis.faria@student.torrens.edu.au::31e40991-e7d9-41d2-8af0-eeeeb0b0a000" providerId="AD" clId="Web-{0BC2E837-C3B4-9C50-FED3-2A6DBF417B5C}" dt="2025-11-26T22:25:17.757" v="258" actId="20577"/>
          <ac:spMkLst>
            <pc:docMk/>
            <pc:sldMk cId="1429311657" sldId="297"/>
            <ac:spMk id="38" creationId="{FD5F3570-B2DF-B58A-5CE5-934CBB6D2C3A}"/>
          </ac:spMkLst>
        </pc:spChg>
        <pc:spChg chg="add mod">
          <ac:chgData name="Luis guilherme De barros andrade faria" userId="S::luis.faria@student.torrens.edu.au::31e40991-e7d9-41d2-8af0-eeeeb0b0a000" providerId="AD" clId="Web-{0BC2E837-C3B4-9C50-FED3-2A6DBF417B5C}" dt="2025-11-26T22:25:37.429" v="274" actId="20577"/>
          <ac:spMkLst>
            <pc:docMk/>
            <pc:sldMk cId="1429311657" sldId="297"/>
            <ac:spMk id="40" creationId="{8D0E1BA2-CC2E-5063-9952-F76018CC93EB}"/>
          </ac:spMkLst>
        </pc:spChg>
        <pc:spChg chg="add del">
          <ac:chgData name="Luis guilherme De barros andrade faria" userId="S::luis.faria@student.torrens.edu.au::31e40991-e7d9-41d2-8af0-eeeeb0b0a000" providerId="AD" clId="Web-{0BC2E837-C3B4-9C50-FED3-2A6DBF417B5C}" dt="2025-11-26T22:23:38.881" v="234"/>
          <ac:spMkLst>
            <pc:docMk/>
            <pc:sldMk cId="1429311657" sldId="297"/>
            <ac:spMk id="42" creationId="{5EA7EEF5-55DA-BE45-2C57-2F2D26077D8A}"/>
          </ac:spMkLst>
        </pc:spChg>
        <pc:spChg chg="add del">
          <ac:chgData name="Luis guilherme De barros andrade faria" userId="S::luis.faria@student.torrens.edu.au::31e40991-e7d9-41d2-8af0-eeeeb0b0a000" providerId="AD" clId="Web-{0BC2E837-C3B4-9C50-FED3-2A6DBF417B5C}" dt="2025-11-26T22:23:38.881" v="233"/>
          <ac:spMkLst>
            <pc:docMk/>
            <pc:sldMk cId="1429311657" sldId="297"/>
            <ac:spMk id="44" creationId="{1B4F881B-BAE6-7060-3143-86CEC188B4CF}"/>
          </ac:spMkLst>
        </pc:spChg>
        <pc:spChg chg="add del">
          <ac:chgData name="Luis guilherme De barros andrade faria" userId="S::luis.faria@student.torrens.edu.au::31e40991-e7d9-41d2-8af0-eeeeb0b0a000" providerId="AD" clId="Web-{0BC2E837-C3B4-9C50-FED3-2A6DBF417B5C}" dt="2025-11-26T22:23:38.881" v="232"/>
          <ac:spMkLst>
            <pc:docMk/>
            <pc:sldMk cId="1429311657" sldId="297"/>
            <ac:spMk id="46" creationId="{AE958A1B-6F25-7D20-4FC2-35E4C9845861}"/>
          </ac:spMkLst>
        </pc:spChg>
        <pc:spChg chg="add del">
          <ac:chgData name="Luis guilherme De barros andrade faria" userId="S::luis.faria@student.torrens.edu.au::31e40991-e7d9-41d2-8af0-eeeeb0b0a000" providerId="AD" clId="Web-{0BC2E837-C3B4-9C50-FED3-2A6DBF417B5C}" dt="2025-11-26T22:23:38.881" v="231"/>
          <ac:spMkLst>
            <pc:docMk/>
            <pc:sldMk cId="1429311657" sldId="297"/>
            <ac:spMk id="48" creationId="{5BE17E28-E8C6-A02A-C2F3-890F1B9D253A}"/>
          </ac:spMkLst>
        </pc:spChg>
        <pc:spChg chg="add mod">
          <ac:chgData name="Luis guilherme De barros andrade faria" userId="S::luis.faria@student.torrens.edu.au::31e40991-e7d9-41d2-8af0-eeeeb0b0a000" providerId="AD" clId="Web-{0BC2E837-C3B4-9C50-FED3-2A6DBF417B5C}" dt="2025-11-27T03:35:18" v="1712" actId="1076"/>
          <ac:spMkLst>
            <pc:docMk/>
            <pc:sldMk cId="1429311657" sldId="297"/>
            <ac:spMk id="50" creationId="{219E6B0D-C4C6-4EA0-9EFD-4B817A45C5E7}"/>
          </ac:spMkLst>
        </pc:spChg>
        <pc:spChg chg="add mod">
          <ac:chgData name="Luis guilherme De barros andrade faria" userId="S::luis.faria@student.torrens.edu.au::31e40991-e7d9-41d2-8af0-eeeeb0b0a000" providerId="AD" clId="Web-{0BC2E837-C3B4-9C50-FED3-2A6DBF417B5C}" dt="2025-11-27T03:35:18.015" v="1713" actId="1076"/>
          <ac:spMkLst>
            <pc:docMk/>
            <pc:sldMk cId="1429311657" sldId="297"/>
            <ac:spMk id="52" creationId="{A6E35A2D-F9CB-BBE2-C03E-62E8FDB575AB}"/>
          </ac:spMkLst>
        </pc:spChg>
        <pc:spChg chg="add mod">
          <ac:chgData name="Luis guilherme De barros andrade faria" userId="S::luis.faria@student.torrens.edu.au::31e40991-e7d9-41d2-8af0-eeeeb0b0a000" providerId="AD" clId="Web-{0BC2E837-C3B4-9C50-FED3-2A6DBF417B5C}" dt="2025-11-27T03:35:18.031" v="1714" actId="1076"/>
          <ac:spMkLst>
            <pc:docMk/>
            <pc:sldMk cId="1429311657" sldId="297"/>
            <ac:spMk id="54" creationId="{D81D3AE1-5D88-A5BF-D3C7-D420F4AAFEB2}"/>
          </ac:spMkLst>
        </pc:spChg>
        <pc:spChg chg="add mod">
          <ac:chgData name="Luis guilherme De barros andrade faria" userId="S::luis.faria@student.torrens.edu.au::31e40991-e7d9-41d2-8af0-eeeeb0b0a000" providerId="AD" clId="Web-{0BC2E837-C3B4-9C50-FED3-2A6DBF417B5C}" dt="2025-11-27T03:35:18.031" v="1715" actId="1076"/>
          <ac:spMkLst>
            <pc:docMk/>
            <pc:sldMk cId="1429311657" sldId="297"/>
            <ac:spMk id="56" creationId="{467877B8-B2A1-276F-7972-EA2A600A244B}"/>
          </ac:spMkLst>
        </pc:spChg>
        <pc:spChg chg="add mod">
          <ac:chgData name="Luis guilherme De barros andrade faria" userId="S::luis.faria@student.torrens.edu.au::31e40991-e7d9-41d2-8af0-eeeeb0b0a000" providerId="AD" clId="Web-{0BC2E837-C3B4-9C50-FED3-2A6DBF417B5C}" dt="2025-11-26T22:45:44.610" v="602" actId="20577"/>
          <ac:spMkLst>
            <pc:docMk/>
            <pc:sldMk cId="1429311657" sldId="297"/>
            <ac:spMk id="58" creationId="{D7B27767-8904-B21D-06CF-AF81AFC532F6}"/>
          </ac:spMkLst>
        </pc:spChg>
        <pc:picChg chg="del">
          <ac:chgData name="Luis guilherme De barros andrade faria" userId="S::luis.faria@student.torrens.edu.au::31e40991-e7d9-41d2-8af0-eeeeb0b0a000" providerId="AD" clId="Web-{0BC2E837-C3B4-9C50-FED3-2A6DBF417B5C}" dt="2025-11-26T22:19:09.237" v="110"/>
          <ac:picMkLst>
            <pc:docMk/>
            <pc:sldMk cId="1429311657" sldId="297"/>
            <ac:picMk id="4" creationId="{BCE681BF-4CE1-695F-CD13-91922EE36AF5}"/>
          </ac:picMkLst>
        </pc:picChg>
      </pc:sldChg>
      <pc:sldChg chg="add del replId">
        <pc:chgData name="Luis guilherme De barros andrade faria" userId="S::luis.faria@student.torrens.edu.au::31e40991-e7d9-41d2-8af0-eeeeb0b0a000" providerId="AD" clId="Web-{0BC2E837-C3B4-9C50-FED3-2A6DBF417B5C}" dt="2025-11-26T22:41:06.155" v="537"/>
        <pc:sldMkLst>
          <pc:docMk/>
          <pc:sldMk cId="1060158004" sldId="298"/>
        </pc:sldMkLst>
      </pc:sldChg>
      <pc:sldChg chg="addSp delSp modSp add ord replId addAnim delAnim modNotes">
        <pc:chgData name="Luis guilherme De barros andrade faria" userId="S::luis.faria@student.torrens.edu.au::31e40991-e7d9-41d2-8af0-eeeeb0b0a000" providerId="AD" clId="Web-{0BC2E837-C3B4-9C50-FED3-2A6DBF417B5C}" dt="2025-11-27T03:52:18.875" v="1784"/>
        <pc:sldMkLst>
          <pc:docMk/>
          <pc:sldMk cId="1536678913" sldId="299"/>
        </pc:sldMkLst>
        <pc:spChg chg="add">
          <ac:chgData name="Luis guilherme De barros andrade faria" userId="S::luis.faria@student.torrens.edu.au::31e40991-e7d9-41d2-8af0-eeeeb0b0a000" providerId="AD" clId="Web-{0BC2E837-C3B4-9C50-FED3-2A6DBF417B5C}" dt="2025-11-26T22:39:43.826" v="444"/>
          <ac:spMkLst>
            <pc:docMk/>
            <pc:sldMk cId="1536678913" sldId="299"/>
            <ac:spMk id="3" creationId="{5506DF09-3480-A260-65D7-563C4720B684}"/>
          </ac:spMkLst>
        </pc:spChg>
        <pc:spChg chg="add del">
          <ac:chgData name="Luis guilherme De barros andrade faria" userId="S::luis.faria@student.torrens.edu.au::31e40991-e7d9-41d2-8af0-eeeeb0b0a000" providerId="AD" clId="Web-{0BC2E837-C3B4-9C50-FED3-2A6DBF417B5C}" dt="2025-11-26T22:40:34.123" v="485"/>
          <ac:spMkLst>
            <pc:docMk/>
            <pc:sldMk cId="1536678913" sldId="299"/>
            <ac:spMk id="6" creationId="{9EB3106E-4D6C-4CF3-313B-78D51667B0BC}"/>
          </ac:spMkLst>
        </pc:spChg>
        <pc:spChg chg="del">
          <ac:chgData name="Luis guilherme De barros andrade faria" userId="S::luis.faria@student.torrens.edu.au::31e40991-e7d9-41d2-8af0-eeeeb0b0a000" providerId="AD" clId="Web-{0BC2E837-C3B4-9C50-FED3-2A6DBF417B5C}" dt="2025-11-26T22:39:52.888" v="455"/>
          <ac:spMkLst>
            <pc:docMk/>
            <pc:sldMk cId="1536678913" sldId="299"/>
            <ac:spMk id="8" creationId="{C0D48627-6F1F-9AE3-0061-B4E22B12DCD1}"/>
          </ac:spMkLst>
        </pc:spChg>
        <pc:spChg chg="add del">
          <ac:chgData name="Luis guilherme De barros andrade faria" userId="S::luis.faria@student.torrens.edu.au::31e40991-e7d9-41d2-8af0-eeeeb0b0a000" providerId="AD" clId="Web-{0BC2E837-C3B4-9C50-FED3-2A6DBF417B5C}" dt="2025-11-26T22:40:34.123" v="484"/>
          <ac:spMkLst>
            <pc:docMk/>
            <pc:sldMk cId="1536678913" sldId="299"/>
            <ac:spMk id="9" creationId="{8659EE37-A5EC-6221-EE00-F9504068CAAE}"/>
          </ac:spMkLst>
        </pc:spChg>
        <pc:spChg chg="del">
          <ac:chgData name="Luis guilherme De barros andrade faria" userId="S::luis.faria@student.torrens.edu.au::31e40991-e7d9-41d2-8af0-eeeeb0b0a000" providerId="AD" clId="Web-{0BC2E837-C3B4-9C50-FED3-2A6DBF417B5C}" dt="2025-11-26T22:39:43.435" v="443"/>
          <ac:spMkLst>
            <pc:docMk/>
            <pc:sldMk cId="1536678913" sldId="299"/>
            <ac:spMk id="13" creationId="{3BD4C60C-471F-822C-F33B-7670B6F5DCCE}"/>
          </ac:spMkLst>
        </pc:spChg>
        <pc:spChg chg="add del">
          <ac:chgData name="Luis guilherme De barros andrade faria" userId="S::luis.faria@student.torrens.edu.au::31e40991-e7d9-41d2-8af0-eeeeb0b0a000" providerId="AD" clId="Web-{0BC2E837-C3B4-9C50-FED3-2A6DBF417B5C}" dt="2025-11-26T22:40:34.123" v="483"/>
          <ac:spMkLst>
            <pc:docMk/>
            <pc:sldMk cId="1536678913" sldId="299"/>
            <ac:spMk id="14" creationId="{6067AA5D-F071-9AB0-8504-44521FEDD958}"/>
          </ac:spMkLst>
        </pc:spChg>
        <pc:spChg chg="add del">
          <ac:chgData name="Luis guilherme De barros andrade faria" userId="S::luis.faria@student.torrens.edu.au::31e40991-e7d9-41d2-8af0-eeeeb0b0a000" providerId="AD" clId="Web-{0BC2E837-C3B4-9C50-FED3-2A6DBF417B5C}" dt="2025-11-26T22:40:34.123" v="482"/>
          <ac:spMkLst>
            <pc:docMk/>
            <pc:sldMk cId="1536678913" sldId="299"/>
            <ac:spMk id="16" creationId="{5B4269AD-F9F7-4828-D936-61A3017A1A85}"/>
          </ac:spMkLst>
        </pc:spChg>
        <pc:spChg chg="add del">
          <ac:chgData name="Luis guilherme De barros andrade faria" userId="S::luis.faria@student.torrens.edu.au::31e40991-e7d9-41d2-8af0-eeeeb0b0a000" providerId="AD" clId="Web-{0BC2E837-C3B4-9C50-FED3-2A6DBF417B5C}" dt="2025-11-26T22:40:34.123" v="481"/>
          <ac:spMkLst>
            <pc:docMk/>
            <pc:sldMk cId="1536678913" sldId="299"/>
            <ac:spMk id="18" creationId="{A5AE6E13-471A-C691-3332-111A64EC35E5}"/>
          </ac:spMkLst>
        </pc:spChg>
        <pc:spChg chg="add del">
          <ac:chgData name="Luis guilherme De barros andrade faria" userId="S::luis.faria@student.torrens.edu.au::31e40991-e7d9-41d2-8af0-eeeeb0b0a000" providerId="AD" clId="Web-{0BC2E837-C3B4-9C50-FED3-2A6DBF417B5C}" dt="2025-11-26T22:40:34.123" v="480"/>
          <ac:spMkLst>
            <pc:docMk/>
            <pc:sldMk cId="1536678913" sldId="299"/>
            <ac:spMk id="20" creationId="{FDA9D66B-1226-A1CB-22D0-02AE55A17EB3}"/>
          </ac:spMkLst>
        </pc:spChg>
        <pc:spChg chg="del">
          <ac:chgData name="Luis guilherme De barros andrade faria" userId="S::luis.faria@student.torrens.edu.au::31e40991-e7d9-41d2-8af0-eeeeb0b0a000" providerId="AD" clId="Web-{0BC2E837-C3B4-9C50-FED3-2A6DBF417B5C}" dt="2025-11-26T22:39:50.794" v="451"/>
          <ac:spMkLst>
            <pc:docMk/>
            <pc:sldMk cId="1536678913" sldId="299"/>
            <ac:spMk id="22" creationId="{BD20756B-F401-582D-AF6A-73C42AE0F917}"/>
          </ac:spMkLst>
        </pc:spChg>
        <pc:spChg chg="del">
          <ac:chgData name="Luis guilherme De barros andrade faria" userId="S::luis.faria@student.torrens.edu.au::31e40991-e7d9-41d2-8af0-eeeeb0b0a000" providerId="AD" clId="Web-{0BC2E837-C3B4-9C50-FED3-2A6DBF417B5C}" dt="2025-11-26T22:39:50.794" v="452"/>
          <ac:spMkLst>
            <pc:docMk/>
            <pc:sldMk cId="1536678913" sldId="299"/>
            <ac:spMk id="23" creationId="{B2B59BB3-0A9B-CC8C-4E12-37E3226682F4}"/>
          </ac:spMkLst>
        </pc:spChg>
        <pc:spChg chg="add del">
          <ac:chgData name="Luis guilherme De barros andrade faria" userId="S::luis.faria@student.torrens.edu.au::31e40991-e7d9-41d2-8af0-eeeeb0b0a000" providerId="AD" clId="Web-{0BC2E837-C3B4-9C50-FED3-2A6DBF417B5C}" dt="2025-11-26T22:40:34.123" v="479"/>
          <ac:spMkLst>
            <pc:docMk/>
            <pc:sldMk cId="1536678913" sldId="299"/>
            <ac:spMk id="27" creationId="{6765C413-6157-0B98-A7B1-614AEBADE230}"/>
          </ac:spMkLst>
        </pc:spChg>
        <pc:spChg chg="del">
          <ac:chgData name="Luis guilherme De barros andrade faria" userId="S::luis.faria@student.torrens.edu.au::31e40991-e7d9-41d2-8af0-eeeeb0b0a000" providerId="AD" clId="Web-{0BC2E837-C3B4-9C50-FED3-2A6DBF417B5C}" dt="2025-11-26T22:39:54.420" v="456"/>
          <ac:spMkLst>
            <pc:docMk/>
            <pc:sldMk cId="1536678913" sldId="299"/>
            <ac:spMk id="28" creationId="{C588A224-DECC-33ED-A009-2495C164BD5D}"/>
          </ac:spMkLst>
        </pc:spChg>
        <pc:spChg chg="del">
          <ac:chgData name="Luis guilherme De barros andrade faria" userId="S::luis.faria@student.torrens.edu.au::31e40991-e7d9-41d2-8af0-eeeeb0b0a000" providerId="AD" clId="Web-{0BC2E837-C3B4-9C50-FED3-2A6DBF417B5C}" dt="2025-11-26T22:39:51.841" v="454"/>
          <ac:spMkLst>
            <pc:docMk/>
            <pc:sldMk cId="1536678913" sldId="299"/>
            <ac:spMk id="30" creationId="{8FD95552-4092-FE21-2927-5564EEA58BE2}"/>
          </ac:spMkLst>
        </pc:spChg>
        <pc:spChg chg="add del">
          <ac:chgData name="Luis guilherme De barros andrade faria" userId="S::luis.faria@student.torrens.edu.au::31e40991-e7d9-41d2-8af0-eeeeb0b0a000" providerId="AD" clId="Web-{0BC2E837-C3B4-9C50-FED3-2A6DBF417B5C}" dt="2025-11-26T22:40:34.123" v="478"/>
          <ac:spMkLst>
            <pc:docMk/>
            <pc:sldMk cId="1536678913" sldId="299"/>
            <ac:spMk id="31" creationId="{873D56DA-0D0A-FCD6-723E-DA449543FB5A}"/>
          </ac:spMkLst>
        </pc:spChg>
        <pc:spChg chg="add del">
          <ac:chgData name="Luis guilherme De barros andrade faria" userId="S::luis.faria@student.torrens.edu.au::31e40991-e7d9-41d2-8af0-eeeeb0b0a000" providerId="AD" clId="Web-{0BC2E837-C3B4-9C50-FED3-2A6DBF417B5C}" dt="2025-11-26T22:40:34.123" v="477"/>
          <ac:spMkLst>
            <pc:docMk/>
            <pc:sldMk cId="1536678913" sldId="299"/>
            <ac:spMk id="33" creationId="{4B30D789-0AA1-617B-C669-422307160A0E}"/>
          </ac:spMkLst>
        </pc:spChg>
        <pc:spChg chg="del">
          <ac:chgData name="Luis guilherme De barros andrade faria" userId="S::luis.faria@student.torrens.edu.au::31e40991-e7d9-41d2-8af0-eeeeb0b0a000" providerId="AD" clId="Web-{0BC2E837-C3B4-9C50-FED3-2A6DBF417B5C}" dt="2025-11-26T22:39:51.841" v="453"/>
          <ac:spMkLst>
            <pc:docMk/>
            <pc:sldMk cId="1536678913" sldId="299"/>
            <ac:spMk id="34" creationId="{F072C672-36CB-271A-DC4B-8687C73D12E8}"/>
          </ac:spMkLst>
        </pc:spChg>
        <pc:spChg chg="add del">
          <ac:chgData name="Luis guilherme De barros andrade faria" userId="S::luis.faria@student.torrens.edu.au::31e40991-e7d9-41d2-8af0-eeeeb0b0a000" providerId="AD" clId="Web-{0BC2E837-C3B4-9C50-FED3-2A6DBF417B5C}" dt="2025-11-26T22:40:34.123" v="476"/>
          <ac:spMkLst>
            <pc:docMk/>
            <pc:sldMk cId="1536678913" sldId="299"/>
            <ac:spMk id="36" creationId="{DE0F7B16-3131-4F19-1D74-FD7F6FB17070}"/>
          </ac:spMkLst>
        </pc:spChg>
        <pc:spChg chg="del">
          <ac:chgData name="Luis guilherme De barros andrade faria" userId="S::luis.faria@student.torrens.edu.au::31e40991-e7d9-41d2-8af0-eeeeb0b0a000" providerId="AD" clId="Web-{0BC2E837-C3B4-9C50-FED3-2A6DBF417B5C}" dt="2025-11-26T22:39:50.794" v="450"/>
          <ac:spMkLst>
            <pc:docMk/>
            <pc:sldMk cId="1536678913" sldId="299"/>
            <ac:spMk id="38" creationId="{30AE4C16-9F46-DE90-3BAB-36FE11DF0F2F}"/>
          </ac:spMkLst>
        </pc:spChg>
        <pc:spChg chg="add mod">
          <ac:chgData name="Luis guilherme De barros andrade faria" userId="S::luis.faria@student.torrens.edu.au::31e40991-e7d9-41d2-8af0-eeeeb0b0a000" providerId="AD" clId="Web-{0BC2E837-C3B4-9C50-FED3-2A6DBF417B5C}" dt="2025-11-27T03:35:52.875" v="1722" actId="20577"/>
          <ac:spMkLst>
            <pc:docMk/>
            <pc:sldMk cId="1536678913" sldId="299"/>
            <ac:spMk id="39" creationId="{874E2655-7C73-88E4-F136-AF83A5E1B3FA}"/>
          </ac:spMkLst>
        </pc:spChg>
        <pc:spChg chg="del">
          <ac:chgData name="Luis guilherme De barros andrade faria" userId="S::luis.faria@student.torrens.edu.au::31e40991-e7d9-41d2-8af0-eeeeb0b0a000" providerId="AD" clId="Web-{0BC2E837-C3B4-9C50-FED3-2A6DBF417B5C}" dt="2025-11-26T22:39:50.794" v="449"/>
          <ac:spMkLst>
            <pc:docMk/>
            <pc:sldMk cId="1536678913" sldId="299"/>
            <ac:spMk id="40" creationId="{7A8E8AF4-E7AE-B181-86D1-F80083248979}"/>
          </ac:spMkLst>
        </pc:spChg>
        <pc:spChg chg="add mod">
          <ac:chgData name="Luis guilherme De barros andrade faria" userId="S::luis.faria@student.torrens.edu.au::31e40991-e7d9-41d2-8af0-eeeeb0b0a000" providerId="AD" clId="Web-{0BC2E837-C3B4-9C50-FED3-2A6DBF417B5C}" dt="2025-11-26T22:40:41.717" v="497" actId="1076"/>
          <ac:spMkLst>
            <pc:docMk/>
            <pc:sldMk cId="1536678913" sldId="299"/>
            <ac:spMk id="42" creationId="{5FB1BB15-F249-0934-017E-18A44BD7F974}"/>
          </ac:spMkLst>
        </pc:spChg>
        <pc:spChg chg="add mod">
          <ac:chgData name="Luis guilherme De barros andrade faria" userId="S::luis.faria@student.torrens.edu.au::31e40991-e7d9-41d2-8af0-eeeeb0b0a000" providerId="AD" clId="Web-{0BC2E837-C3B4-9C50-FED3-2A6DBF417B5C}" dt="2025-11-26T22:40:41.733" v="498" actId="1076"/>
          <ac:spMkLst>
            <pc:docMk/>
            <pc:sldMk cId="1536678913" sldId="299"/>
            <ac:spMk id="44" creationId="{F05DA466-F73A-0A66-912F-F45DDF0C760F}"/>
          </ac:spMkLst>
        </pc:spChg>
        <pc:spChg chg="add mod">
          <ac:chgData name="Luis guilherme De barros andrade faria" userId="S::luis.faria@student.torrens.edu.au::31e40991-e7d9-41d2-8af0-eeeeb0b0a000" providerId="AD" clId="Web-{0BC2E837-C3B4-9C50-FED3-2A6DBF417B5C}" dt="2025-11-26T22:40:41.733" v="499" actId="1076"/>
          <ac:spMkLst>
            <pc:docMk/>
            <pc:sldMk cId="1536678913" sldId="299"/>
            <ac:spMk id="46" creationId="{6DB34B8D-D606-3EB4-05F2-0BAE68A3AEA5}"/>
          </ac:spMkLst>
        </pc:spChg>
        <pc:spChg chg="add mod">
          <ac:chgData name="Luis guilherme De barros andrade faria" userId="S::luis.faria@student.torrens.edu.au::31e40991-e7d9-41d2-8af0-eeeeb0b0a000" providerId="AD" clId="Web-{0BC2E837-C3B4-9C50-FED3-2A6DBF417B5C}" dt="2025-11-26T22:40:41.748" v="500" actId="1076"/>
          <ac:spMkLst>
            <pc:docMk/>
            <pc:sldMk cId="1536678913" sldId="299"/>
            <ac:spMk id="48" creationId="{6775A849-41CE-D2B7-A3D6-11E9F6A18EE1}"/>
          </ac:spMkLst>
        </pc:spChg>
        <pc:spChg chg="del">
          <ac:chgData name="Luis guilherme De barros andrade faria" userId="S::luis.faria@student.torrens.edu.au::31e40991-e7d9-41d2-8af0-eeeeb0b0a000" providerId="AD" clId="Web-{0BC2E837-C3B4-9C50-FED3-2A6DBF417B5C}" dt="2025-11-26T22:39:50.779" v="448"/>
          <ac:spMkLst>
            <pc:docMk/>
            <pc:sldMk cId="1536678913" sldId="299"/>
            <ac:spMk id="50" creationId="{5DFE845A-7E68-949F-9B6E-BC87BFC933F3}"/>
          </ac:spMkLst>
        </pc:spChg>
        <pc:spChg chg="add mod">
          <ac:chgData name="Luis guilherme De barros andrade faria" userId="S::luis.faria@student.torrens.edu.au::31e40991-e7d9-41d2-8af0-eeeeb0b0a000" providerId="AD" clId="Web-{0BC2E837-C3B4-9C50-FED3-2A6DBF417B5C}" dt="2025-11-26T22:40:41.764" v="501" actId="1076"/>
          <ac:spMkLst>
            <pc:docMk/>
            <pc:sldMk cId="1536678913" sldId="299"/>
            <ac:spMk id="51" creationId="{C708B02A-750F-4CB8-0E5F-E4D507F2A552}"/>
          </ac:spMkLst>
        </pc:spChg>
        <pc:spChg chg="del">
          <ac:chgData name="Luis guilherme De barros andrade faria" userId="S::luis.faria@student.torrens.edu.au::31e40991-e7d9-41d2-8af0-eeeeb0b0a000" providerId="AD" clId="Web-{0BC2E837-C3B4-9C50-FED3-2A6DBF417B5C}" dt="2025-11-26T22:39:50.779" v="447"/>
          <ac:spMkLst>
            <pc:docMk/>
            <pc:sldMk cId="1536678913" sldId="299"/>
            <ac:spMk id="52" creationId="{2872AA40-B06F-D639-BE68-EBD5805BA21E}"/>
          </ac:spMkLst>
        </pc:spChg>
        <pc:spChg chg="del">
          <ac:chgData name="Luis guilherme De barros andrade faria" userId="S::luis.faria@student.torrens.edu.au::31e40991-e7d9-41d2-8af0-eeeeb0b0a000" providerId="AD" clId="Web-{0BC2E837-C3B4-9C50-FED3-2A6DBF417B5C}" dt="2025-11-26T22:39:50.779" v="446"/>
          <ac:spMkLst>
            <pc:docMk/>
            <pc:sldMk cId="1536678913" sldId="299"/>
            <ac:spMk id="54" creationId="{D58B8238-EFC9-049C-6848-A91BAE4182C1}"/>
          </ac:spMkLst>
        </pc:spChg>
        <pc:spChg chg="add mod">
          <ac:chgData name="Luis guilherme De barros andrade faria" userId="S::luis.faria@student.torrens.edu.au::31e40991-e7d9-41d2-8af0-eeeeb0b0a000" providerId="AD" clId="Web-{0BC2E837-C3B4-9C50-FED3-2A6DBF417B5C}" dt="2025-11-26T22:40:41.764" v="502" actId="1076"/>
          <ac:spMkLst>
            <pc:docMk/>
            <pc:sldMk cId="1536678913" sldId="299"/>
            <ac:spMk id="55" creationId="{9C8BDDC7-6353-87E0-C40C-E2A169766A01}"/>
          </ac:spMkLst>
        </pc:spChg>
        <pc:spChg chg="del">
          <ac:chgData name="Luis guilherme De barros andrade faria" userId="S::luis.faria@student.torrens.edu.au::31e40991-e7d9-41d2-8af0-eeeeb0b0a000" providerId="AD" clId="Web-{0BC2E837-C3B4-9C50-FED3-2A6DBF417B5C}" dt="2025-11-26T22:39:50.779" v="445"/>
          <ac:spMkLst>
            <pc:docMk/>
            <pc:sldMk cId="1536678913" sldId="299"/>
            <ac:spMk id="56" creationId="{F3D7D188-90E8-03AE-6C09-FE2D90722EE2}"/>
          </ac:spMkLst>
        </pc:spChg>
        <pc:spChg chg="mod">
          <ac:chgData name="Luis guilherme De barros andrade faria" userId="S::luis.faria@student.torrens.edu.au::31e40991-e7d9-41d2-8af0-eeeeb0b0a000" providerId="AD" clId="Web-{0BC2E837-C3B4-9C50-FED3-2A6DBF417B5C}" dt="2025-11-26T22:45:35.719" v="599" actId="20577"/>
          <ac:spMkLst>
            <pc:docMk/>
            <pc:sldMk cId="1536678913" sldId="299"/>
            <ac:spMk id="58" creationId="{BDF072C0-2648-3389-5E49-FFB1460FBDF4}"/>
          </ac:spMkLst>
        </pc:spChg>
        <pc:spChg chg="add mod">
          <ac:chgData name="Luis guilherme De barros andrade faria" userId="S::luis.faria@student.torrens.edu.au::31e40991-e7d9-41d2-8af0-eeeeb0b0a000" providerId="AD" clId="Web-{0BC2E837-C3B4-9C50-FED3-2A6DBF417B5C}" dt="2025-11-26T22:40:41.780" v="503" actId="1076"/>
          <ac:spMkLst>
            <pc:docMk/>
            <pc:sldMk cId="1536678913" sldId="299"/>
            <ac:spMk id="59" creationId="{B803C277-B307-7D62-A02C-E52993B16299}"/>
          </ac:spMkLst>
        </pc:spChg>
        <pc:spChg chg="add mod">
          <ac:chgData name="Luis guilherme De barros andrade faria" userId="S::luis.faria@student.torrens.edu.au::31e40991-e7d9-41d2-8af0-eeeeb0b0a000" providerId="AD" clId="Web-{0BC2E837-C3B4-9C50-FED3-2A6DBF417B5C}" dt="2025-11-26T22:40:41.780" v="504" actId="1076"/>
          <ac:spMkLst>
            <pc:docMk/>
            <pc:sldMk cId="1536678913" sldId="299"/>
            <ac:spMk id="61" creationId="{FDACB4D3-E41A-F8F0-8B00-1978ADE89EE4}"/>
          </ac:spMkLst>
        </pc:spChg>
        <pc:spChg chg="add mod">
          <ac:chgData name="Luis guilherme De barros andrade faria" userId="S::luis.faria@student.torrens.edu.au::31e40991-e7d9-41d2-8af0-eeeeb0b0a000" providerId="AD" clId="Web-{0BC2E837-C3B4-9C50-FED3-2A6DBF417B5C}" dt="2025-11-26T22:40:41.795" v="505" actId="1076"/>
          <ac:spMkLst>
            <pc:docMk/>
            <pc:sldMk cId="1536678913" sldId="299"/>
            <ac:spMk id="63" creationId="{DC0CA138-7D39-0DBF-04CB-AA8D092C8351}"/>
          </ac:spMkLst>
        </pc:spChg>
      </pc:sldChg>
      <pc:sldChg chg="addSp delSp modSp add replId addAnim delAnim modNotes">
        <pc:chgData name="Luis guilherme De barros andrade faria" userId="S::luis.faria@student.torrens.edu.au::31e40991-e7d9-41d2-8af0-eeeeb0b0a000" providerId="AD" clId="Web-{0BC2E837-C3B4-9C50-FED3-2A6DBF417B5C}" dt="2025-11-27T03:53:21.688" v="1788"/>
        <pc:sldMkLst>
          <pc:docMk/>
          <pc:sldMk cId="1250170116" sldId="300"/>
        </pc:sldMkLst>
        <pc:spChg chg="add mod">
          <ac:chgData name="Luis guilherme De barros andrade faria" userId="S::luis.faria@student.torrens.edu.au::31e40991-e7d9-41d2-8af0-eeeeb0b0a000" providerId="AD" clId="Web-{0BC2E837-C3B4-9C50-FED3-2A6DBF417B5C}" dt="2025-11-27T03:22:08.004" v="1538"/>
          <ac:spMkLst>
            <pc:docMk/>
            <pc:sldMk cId="1250170116" sldId="300"/>
            <ac:spMk id="2" creationId="{FBB8DAC8-CC5E-DD87-2AAB-A5AB3D174F67}"/>
          </ac:spMkLst>
        </pc:spChg>
        <pc:spChg chg="del">
          <ac:chgData name="Luis guilherme De barros andrade faria" userId="S::luis.faria@student.torrens.edu.au::31e40991-e7d9-41d2-8af0-eeeeb0b0a000" providerId="AD" clId="Web-{0BC2E837-C3B4-9C50-FED3-2A6DBF417B5C}" dt="2025-11-26T22:42:08.171" v="539"/>
          <ac:spMkLst>
            <pc:docMk/>
            <pc:sldMk cId="1250170116" sldId="300"/>
            <ac:spMk id="3" creationId="{C048E961-B9D0-0599-43B3-C15D636D5BD5}"/>
          </ac:spMkLst>
        </pc:spChg>
        <pc:spChg chg="add mod">
          <ac:chgData name="Luis guilherme De barros andrade faria" userId="S::luis.faria@student.torrens.edu.au::31e40991-e7d9-41d2-8af0-eeeeb0b0a000" providerId="AD" clId="Web-{0BC2E837-C3B4-9C50-FED3-2A6DBF417B5C}" dt="2025-11-27T03:22:08.019" v="1539"/>
          <ac:spMkLst>
            <pc:docMk/>
            <pc:sldMk cId="1250170116" sldId="300"/>
            <ac:spMk id="3" creationId="{F316CEE6-8AF6-912D-6990-ACFB192255DB}"/>
          </ac:spMkLst>
        </pc:spChg>
        <pc:spChg chg="add">
          <ac:chgData name="Luis guilherme De barros andrade faria" userId="S::luis.faria@student.torrens.edu.au::31e40991-e7d9-41d2-8af0-eeeeb0b0a000" providerId="AD" clId="Web-{0BC2E837-C3B4-9C50-FED3-2A6DBF417B5C}" dt="2025-11-26T22:42:08.452" v="540"/>
          <ac:spMkLst>
            <pc:docMk/>
            <pc:sldMk cId="1250170116" sldId="300"/>
            <ac:spMk id="4" creationId="{06AF5E49-1CED-88B3-4C80-DEAF5DEF0680}"/>
          </ac:spMkLst>
        </pc:spChg>
        <pc:spChg chg="add del">
          <ac:chgData name="Luis guilherme De barros andrade faria" userId="S::luis.faria@student.torrens.edu.au::31e40991-e7d9-41d2-8af0-eeeeb0b0a000" providerId="AD" clId="Web-{0BC2E837-C3B4-9C50-FED3-2A6DBF417B5C}" dt="2025-11-26T22:42:22.687" v="551"/>
          <ac:spMkLst>
            <pc:docMk/>
            <pc:sldMk cId="1250170116" sldId="300"/>
            <ac:spMk id="5" creationId="{E0F0A0FA-6A8C-728A-5105-75CC44EBD207}"/>
          </ac:spMkLst>
        </pc:spChg>
        <pc:spChg chg="add mod">
          <ac:chgData name="Luis guilherme De barros andrade faria" userId="S::luis.faria@student.torrens.edu.au::31e40991-e7d9-41d2-8af0-eeeeb0b0a000" providerId="AD" clId="Web-{0BC2E837-C3B4-9C50-FED3-2A6DBF417B5C}" dt="2025-11-27T03:22:08.019" v="1540"/>
          <ac:spMkLst>
            <pc:docMk/>
            <pc:sldMk cId="1250170116" sldId="300"/>
            <ac:spMk id="6" creationId="{0788F377-3D0E-D9E7-C10E-C87D3FB5A64C}"/>
          </ac:spMkLst>
        </pc:spChg>
        <pc:spChg chg="add mod">
          <ac:chgData name="Luis guilherme De barros andrade faria" userId="S::luis.faria@student.torrens.edu.au::31e40991-e7d9-41d2-8af0-eeeeb0b0a000" providerId="AD" clId="Web-{0BC2E837-C3B4-9C50-FED3-2A6DBF417B5C}" dt="2025-11-27T03:22:28.270" v="1545" actId="14100"/>
          <ac:spMkLst>
            <pc:docMk/>
            <pc:sldMk cId="1250170116" sldId="300"/>
            <ac:spMk id="8" creationId="{713A34DA-4306-D28A-81C1-B8E6BA438145}"/>
          </ac:spMkLst>
        </pc:spChg>
        <pc:spChg chg="add mod">
          <ac:chgData name="Luis guilherme De barros andrade faria" userId="S::luis.faria@student.torrens.edu.au::31e40991-e7d9-41d2-8af0-eeeeb0b0a000" providerId="AD" clId="Web-{0BC2E837-C3B4-9C50-FED3-2A6DBF417B5C}" dt="2025-11-27T03:22:08.019" v="1542"/>
          <ac:spMkLst>
            <pc:docMk/>
            <pc:sldMk cId="1250170116" sldId="300"/>
            <ac:spMk id="9" creationId="{52E58862-F20F-589A-6F78-382A95D3ABB1}"/>
          </ac:spMkLst>
        </pc:spChg>
        <pc:spChg chg="add del mod">
          <ac:chgData name="Luis guilherme De barros andrade faria" userId="S::luis.faria@student.torrens.edu.au::31e40991-e7d9-41d2-8af0-eeeeb0b0a000" providerId="AD" clId="Web-{0BC2E837-C3B4-9C50-FED3-2A6DBF417B5C}" dt="2025-11-26T22:44:35.360" v="573"/>
          <ac:spMkLst>
            <pc:docMk/>
            <pc:sldMk cId="1250170116" sldId="300"/>
            <ac:spMk id="9" creationId="{F330CDDD-198E-FD65-22A5-EC40F2276004}"/>
          </ac:spMkLst>
        </pc:spChg>
        <pc:spChg chg="add mod">
          <ac:chgData name="Luis guilherme De barros andrade faria" userId="S::luis.faria@student.torrens.edu.au::31e40991-e7d9-41d2-8af0-eeeeb0b0a000" providerId="AD" clId="Web-{0BC2E837-C3B4-9C50-FED3-2A6DBF417B5C}" dt="2025-11-27T03:22:08.097" v="1543"/>
          <ac:spMkLst>
            <pc:docMk/>
            <pc:sldMk cId="1250170116" sldId="300"/>
            <ac:spMk id="12" creationId="{04054A0B-438E-6369-FCF1-22CFB496F585}"/>
          </ac:spMkLst>
        </pc:spChg>
        <pc:spChg chg="add del">
          <ac:chgData name="Luis guilherme De barros andrade faria" userId="S::luis.faria@student.torrens.edu.au::31e40991-e7d9-41d2-8af0-eeeeb0b0a000" providerId="AD" clId="Web-{0BC2E837-C3B4-9C50-FED3-2A6DBF417B5C}" dt="2025-11-26T22:44:07.516" v="566"/>
          <ac:spMkLst>
            <pc:docMk/>
            <pc:sldMk cId="1250170116" sldId="300"/>
            <ac:spMk id="13" creationId="{561F9AEB-40A8-A057-255A-9BC67460D332}"/>
          </ac:spMkLst>
        </pc:spChg>
        <pc:spChg chg="add del mod">
          <ac:chgData name="Luis guilherme De barros andrade faria" userId="S::luis.faria@student.torrens.edu.au::31e40991-e7d9-41d2-8af0-eeeeb0b0a000" providerId="AD" clId="Web-{0BC2E837-C3B4-9C50-FED3-2A6DBF417B5C}" dt="2025-11-26T22:44:07.516" v="565"/>
          <ac:spMkLst>
            <pc:docMk/>
            <pc:sldMk cId="1250170116" sldId="300"/>
            <ac:spMk id="15" creationId="{B2665A4B-8B52-47C3-9453-845E7C8CC048}"/>
          </ac:spMkLst>
        </pc:spChg>
        <pc:spChg chg="add mod">
          <ac:chgData name="Luis guilherme De barros andrade faria" userId="S::luis.faria@student.torrens.edu.au::31e40991-e7d9-41d2-8af0-eeeeb0b0a000" providerId="AD" clId="Web-{0BC2E837-C3B4-9C50-FED3-2A6DBF417B5C}" dt="2025-11-26T22:44:54.969" v="585" actId="14100"/>
          <ac:spMkLst>
            <pc:docMk/>
            <pc:sldMk cId="1250170116" sldId="300"/>
            <ac:spMk id="17" creationId="{65928D13-CF45-D42B-C425-7F9E8DC24B92}"/>
          </ac:spMkLst>
        </pc:spChg>
        <pc:spChg chg="add mod">
          <ac:chgData name="Luis guilherme De barros andrade faria" userId="S::luis.faria@student.torrens.edu.au::31e40991-e7d9-41d2-8af0-eeeeb0b0a000" providerId="AD" clId="Web-{0BC2E837-C3B4-9C50-FED3-2A6DBF417B5C}" dt="2025-11-26T22:45:09.891" v="592"/>
          <ac:spMkLst>
            <pc:docMk/>
            <pc:sldMk cId="1250170116" sldId="300"/>
            <ac:spMk id="19" creationId="{35EF81BE-1B17-A204-1EB8-405BBB540CA2}"/>
          </ac:spMkLst>
        </pc:spChg>
        <pc:spChg chg="del">
          <ac:chgData name="Luis guilherme De barros andrade faria" userId="S::luis.faria@student.torrens.edu.au::31e40991-e7d9-41d2-8af0-eeeeb0b0a000" providerId="AD" clId="Web-{0BC2E837-C3B4-9C50-FED3-2A6DBF417B5C}" dt="2025-11-26T22:42:11.046" v="544"/>
          <ac:spMkLst>
            <pc:docMk/>
            <pc:sldMk cId="1250170116" sldId="300"/>
            <ac:spMk id="39" creationId="{00868F0F-70BB-9BD4-0997-7071C488BDFF}"/>
          </ac:spMkLst>
        </pc:spChg>
        <pc:spChg chg="del">
          <ac:chgData name="Luis guilherme De barros andrade faria" userId="S::luis.faria@student.torrens.edu.au::31e40991-e7d9-41d2-8af0-eeeeb0b0a000" providerId="AD" clId="Web-{0BC2E837-C3B4-9C50-FED3-2A6DBF417B5C}" dt="2025-11-26T22:42:11.046" v="543"/>
          <ac:spMkLst>
            <pc:docMk/>
            <pc:sldMk cId="1250170116" sldId="300"/>
            <ac:spMk id="42" creationId="{BC169FA9-7AAE-3381-6DE2-6E65174D4B50}"/>
          </ac:spMkLst>
        </pc:spChg>
        <pc:spChg chg="del">
          <ac:chgData name="Luis guilherme De barros andrade faria" userId="S::luis.faria@student.torrens.edu.au::31e40991-e7d9-41d2-8af0-eeeeb0b0a000" providerId="AD" clId="Web-{0BC2E837-C3B4-9C50-FED3-2A6DBF417B5C}" dt="2025-11-26T22:42:11.046" v="542"/>
          <ac:spMkLst>
            <pc:docMk/>
            <pc:sldMk cId="1250170116" sldId="300"/>
            <ac:spMk id="44" creationId="{44917D65-30DB-3B6D-00BA-980DE2F71CDE}"/>
          </ac:spMkLst>
        </pc:spChg>
        <pc:spChg chg="del">
          <ac:chgData name="Luis guilherme De barros andrade faria" userId="S::luis.faria@student.torrens.edu.au::31e40991-e7d9-41d2-8af0-eeeeb0b0a000" providerId="AD" clId="Web-{0BC2E837-C3B4-9C50-FED3-2A6DBF417B5C}" dt="2025-11-26T22:42:11.046" v="541"/>
          <ac:spMkLst>
            <pc:docMk/>
            <pc:sldMk cId="1250170116" sldId="300"/>
            <ac:spMk id="46" creationId="{A452FD6F-2B14-5CE9-2460-4502F5AA7B23}"/>
          </ac:spMkLst>
        </pc:spChg>
        <pc:spChg chg="del">
          <ac:chgData name="Luis guilherme De barros andrade faria" userId="S::luis.faria@student.torrens.edu.au::31e40991-e7d9-41d2-8af0-eeeeb0b0a000" providerId="AD" clId="Web-{0BC2E837-C3B4-9C50-FED3-2A6DBF417B5C}" dt="2025-11-26T22:42:15.765" v="547"/>
          <ac:spMkLst>
            <pc:docMk/>
            <pc:sldMk cId="1250170116" sldId="300"/>
            <ac:spMk id="48" creationId="{D84541D8-3AEA-8356-8369-312FD5CC8D8F}"/>
          </ac:spMkLst>
        </pc:spChg>
        <pc:spChg chg="del">
          <ac:chgData name="Luis guilherme De barros andrade faria" userId="S::luis.faria@student.torrens.edu.au::31e40991-e7d9-41d2-8af0-eeeeb0b0a000" providerId="AD" clId="Web-{0BC2E837-C3B4-9C50-FED3-2A6DBF417B5C}" dt="2025-11-26T22:42:15.765" v="546"/>
          <ac:spMkLst>
            <pc:docMk/>
            <pc:sldMk cId="1250170116" sldId="300"/>
            <ac:spMk id="51" creationId="{DD9EC373-D708-9E8F-A198-0C68AE207782}"/>
          </ac:spMkLst>
        </pc:spChg>
        <pc:spChg chg="del">
          <ac:chgData name="Luis guilherme De barros andrade faria" userId="S::luis.faria@student.torrens.edu.au::31e40991-e7d9-41d2-8af0-eeeeb0b0a000" providerId="AD" clId="Web-{0BC2E837-C3B4-9C50-FED3-2A6DBF417B5C}" dt="2025-11-26T22:42:16.374" v="548"/>
          <ac:spMkLst>
            <pc:docMk/>
            <pc:sldMk cId="1250170116" sldId="300"/>
            <ac:spMk id="55" creationId="{B3FB53B0-EB27-542D-E472-81D48907019C}"/>
          </ac:spMkLst>
        </pc:spChg>
        <pc:spChg chg="mod">
          <ac:chgData name="Luis guilherme De barros andrade faria" userId="S::luis.faria@student.torrens.edu.au::31e40991-e7d9-41d2-8af0-eeeeb0b0a000" providerId="AD" clId="Web-{0BC2E837-C3B4-9C50-FED3-2A6DBF417B5C}" dt="2025-11-26T22:45:39.079" v="600" actId="20577"/>
          <ac:spMkLst>
            <pc:docMk/>
            <pc:sldMk cId="1250170116" sldId="300"/>
            <ac:spMk id="58" creationId="{02765E02-3F5D-3699-9025-1822950411EA}"/>
          </ac:spMkLst>
        </pc:spChg>
        <pc:spChg chg="del">
          <ac:chgData name="Luis guilherme De barros andrade faria" userId="S::luis.faria@student.torrens.edu.au::31e40991-e7d9-41d2-8af0-eeeeb0b0a000" providerId="AD" clId="Web-{0BC2E837-C3B4-9C50-FED3-2A6DBF417B5C}" dt="2025-11-26T22:42:15.765" v="545"/>
          <ac:spMkLst>
            <pc:docMk/>
            <pc:sldMk cId="1250170116" sldId="300"/>
            <ac:spMk id="59" creationId="{44C98018-9073-246D-86FC-1BFBBC7FB40F}"/>
          </ac:spMkLst>
        </pc:spChg>
        <pc:spChg chg="del">
          <ac:chgData name="Luis guilherme De barros andrade faria" userId="S::luis.faria@student.torrens.edu.au::31e40991-e7d9-41d2-8af0-eeeeb0b0a000" providerId="AD" clId="Web-{0BC2E837-C3B4-9C50-FED3-2A6DBF417B5C}" dt="2025-11-26T22:42:23.202" v="552"/>
          <ac:spMkLst>
            <pc:docMk/>
            <pc:sldMk cId="1250170116" sldId="300"/>
            <ac:spMk id="61" creationId="{D80419E9-6C92-8F37-4453-DE7B8A7D0071}"/>
          </ac:spMkLst>
        </pc:spChg>
        <pc:spChg chg="del">
          <ac:chgData name="Luis guilherme De barros andrade faria" userId="S::luis.faria@student.torrens.edu.au::31e40991-e7d9-41d2-8af0-eeeeb0b0a000" providerId="AD" clId="Web-{0BC2E837-C3B4-9C50-FED3-2A6DBF417B5C}" dt="2025-11-26T22:42:18.562" v="549"/>
          <ac:spMkLst>
            <pc:docMk/>
            <pc:sldMk cId="1250170116" sldId="300"/>
            <ac:spMk id="63" creationId="{085DACD2-C54D-098C-D1F8-2DF4C0F88FF4}"/>
          </ac:spMkLst>
        </pc:spChg>
        <pc:picChg chg="add mod">
          <ac:chgData name="Luis guilherme De barros andrade faria" userId="S::luis.faria@student.torrens.edu.au::31e40991-e7d9-41d2-8af0-eeeeb0b0a000" providerId="AD" clId="Web-{0BC2E837-C3B4-9C50-FED3-2A6DBF417B5C}" dt="2025-11-26T22:43:30.484" v="558"/>
          <ac:picMkLst>
            <pc:docMk/>
            <pc:sldMk cId="1250170116" sldId="300"/>
            <ac:picMk id="7" creationId="{4576D5FD-3E2F-2F03-3573-216FEA91ED52}"/>
          </ac:picMkLst>
        </pc:picChg>
      </pc:sldChg>
      <pc:sldChg chg="addSp delSp modSp add replId addAnim delAnim modNotes">
        <pc:chgData name="Luis guilherme De barros andrade faria" userId="S::luis.faria@student.torrens.edu.au::31e40991-e7d9-41d2-8af0-eeeeb0b0a000" providerId="AD" clId="Web-{0BC2E837-C3B4-9C50-FED3-2A6DBF417B5C}" dt="2025-11-27T03:54:10.361" v="1795"/>
        <pc:sldMkLst>
          <pc:docMk/>
          <pc:sldMk cId="2357653410" sldId="301"/>
        </pc:sldMkLst>
        <pc:spChg chg="add mod">
          <ac:chgData name="Luis guilherme De barros andrade faria" userId="S::luis.faria@student.torrens.edu.au::31e40991-e7d9-41d2-8af0-eeeeb0b0a000" providerId="AD" clId="Web-{0BC2E837-C3B4-9C50-FED3-2A6DBF417B5C}" dt="2025-11-26T22:46:43.392" v="612" actId="20577"/>
          <ac:spMkLst>
            <pc:docMk/>
            <pc:sldMk cId="2357653410" sldId="301"/>
            <ac:spMk id="3" creationId="{BD31AA46-EFA4-9D39-574B-7B620A6F805A}"/>
          </ac:spMkLst>
        </pc:spChg>
        <pc:spChg chg="del">
          <ac:chgData name="Luis guilherme De barros andrade faria" userId="S::luis.faria@student.torrens.edu.au::31e40991-e7d9-41d2-8af0-eeeeb0b0a000" providerId="AD" clId="Web-{0BC2E837-C3B4-9C50-FED3-2A6DBF417B5C}" dt="2025-11-26T22:46:27.110" v="604"/>
          <ac:spMkLst>
            <pc:docMk/>
            <pc:sldMk cId="2357653410" sldId="301"/>
            <ac:spMk id="4" creationId="{E6AA748F-28C6-A717-42AE-7EBE05CF1F7C}"/>
          </ac:spMkLst>
        </pc:spChg>
        <pc:spChg chg="add mod">
          <ac:chgData name="Luis guilherme De barros andrade faria" userId="S::luis.faria@student.torrens.edu.au::31e40991-e7d9-41d2-8af0-eeeeb0b0a000" providerId="AD" clId="Web-{0BC2E837-C3B4-9C50-FED3-2A6DBF417B5C}" dt="2025-11-26T23:03:13.275" v="740" actId="14100"/>
          <ac:spMkLst>
            <pc:docMk/>
            <pc:sldMk cId="2357653410" sldId="301"/>
            <ac:spMk id="8" creationId="{03842F8F-523A-D7D9-BF44-FACCDBFEBB8B}"/>
          </ac:spMkLst>
        </pc:spChg>
        <pc:spChg chg="add mod">
          <ac:chgData name="Luis guilherme De barros andrade faria" userId="S::luis.faria@student.torrens.edu.au::31e40991-e7d9-41d2-8af0-eeeeb0b0a000" providerId="AD" clId="Web-{0BC2E837-C3B4-9C50-FED3-2A6DBF417B5C}" dt="2025-11-26T23:28:28.738" v="1101" actId="14100"/>
          <ac:spMkLst>
            <pc:docMk/>
            <pc:sldMk cId="2357653410" sldId="301"/>
            <ac:spMk id="12" creationId="{DFF3436A-9060-F2EC-470E-F6CDC98BB341}"/>
          </ac:spMkLst>
        </pc:spChg>
        <pc:spChg chg="add del mod">
          <ac:chgData name="Luis guilherme De barros andrade faria" userId="S::luis.faria@student.torrens.edu.au::31e40991-e7d9-41d2-8af0-eeeeb0b0a000" providerId="AD" clId="Web-{0BC2E837-C3B4-9C50-FED3-2A6DBF417B5C}" dt="2025-11-26T23:03:13.259" v="739" actId="14100"/>
          <ac:spMkLst>
            <pc:docMk/>
            <pc:sldMk cId="2357653410" sldId="301"/>
            <ac:spMk id="17" creationId="{30C5947A-1506-2A95-AF12-ED4571B27A98}"/>
          </ac:spMkLst>
        </pc:spChg>
        <pc:spChg chg="mod ord">
          <ac:chgData name="Luis guilherme De barros andrade faria" userId="S::luis.faria@student.torrens.edu.au::31e40991-e7d9-41d2-8af0-eeeeb0b0a000" providerId="AD" clId="Web-{0BC2E837-C3B4-9C50-FED3-2A6DBF417B5C}" dt="2025-11-26T22:55:34.645" v="733" actId="20577"/>
          <ac:spMkLst>
            <pc:docMk/>
            <pc:sldMk cId="2357653410" sldId="301"/>
            <ac:spMk id="19" creationId="{9A512299-77C7-0143-7600-3DD56C9B99DB}"/>
          </ac:spMkLst>
        </pc:spChg>
        <pc:spChg chg="del mod">
          <ac:chgData name="Luis guilherme De barros andrade faria" userId="S::luis.faria@student.torrens.edu.au::31e40991-e7d9-41d2-8af0-eeeeb0b0a000" providerId="AD" clId="Web-{0BC2E837-C3B4-9C50-FED3-2A6DBF417B5C}" dt="2025-11-26T23:03:33.790" v="744"/>
          <ac:spMkLst>
            <pc:docMk/>
            <pc:sldMk cId="2357653410" sldId="301"/>
            <ac:spMk id="58" creationId="{02BC8994-3DB3-C8F6-788B-337E8F71F1AC}"/>
          </ac:spMkLst>
        </pc:spChg>
        <pc:picChg chg="del">
          <ac:chgData name="Luis guilherme De barros andrade faria" userId="S::luis.faria@student.torrens.edu.au::31e40991-e7d9-41d2-8af0-eeeeb0b0a000" providerId="AD" clId="Web-{0BC2E837-C3B4-9C50-FED3-2A6DBF417B5C}" dt="2025-11-26T22:46:30.735" v="607"/>
          <ac:picMkLst>
            <pc:docMk/>
            <pc:sldMk cId="2357653410" sldId="301"/>
            <ac:picMk id="7" creationId="{E7595890-97B1-47CD-1AE7-595A9A1C4017}"/>
          </ac:picMkLst>
        </pc:picChg>
        <pc:picChg chg="ord">
          <ac:chgData name="Luis guilherme De barros andrade faria" userId="S::luis.faria@student.torrens.edu.au::31e40991-e7d9-41d2-8af0-eeeeb0b0a000" providerId="AD" clId="Web-{0BC2E837-C3B4-9C50-FED3-2A6DBF417B5C}" dt="2025-11-26T22:50:23.893" v="642"/>
          <ac:picMkLst>
            <pc:docMk/>
            <pc:sldMk cId="2357653410" sldId="301"/>
            <ac:picMk id="10" creationId="{3EE29942-79D4-F7CD-21F0-60E5D45383D8}"/>
          </ac:picMkLst>
        </pc:picChg>
        <pc:picChg chg="add mod">
          <ac:chgData name="Luis guilherme De barros andrade faria" userId="S::luis.faria@student.torrens.edu.au::31e40991-e7d9-41d2-8af0-eeeeb0b0a000" providerId="AD" clId="Web-{0BC2E837-C3B4-9C50-FED3-2A6DBF417B5C}" dt="2025-11-26T23:03:20.556" v="742" actId="1076"/>
          <ac:picMkLst>
            <pc:docMk/>
            <pc:sldMk cId="2357653410" sldId="301"/>
            <ac:picMk id="13" creationId="{2F99F1AA-6F7A-D295-A2CB-3F4D0F75E413}"/>
          </ac:picMkLst>
        </pc:picChg>
      </pc:sldChg>
      <pc:sldChg chg="addSp delSp modSp add del replId addAnim delAnim">
        <pc:chgData name="Luis guilherme De barros andrade faria" userId="S::luis.faria@student.torrens.edu.au::31e40991-e7d9-41d2-8af0-eeeeb0b0a000" providerId="AD" clId="Web-{0BC2E837-C3B4-9C50-FED3-2A6DBF417B5C}" dt="2025-11-26T23:55:09.943" v="1118"/>
        <pc:sldMkLst>
          <pc:docMk/>
          <pc:sldMk cId="1023003172" sldId="302"/>
        </pc:sldMkLst>
        <pc:spChg chg="add mod">
          <ac:chgData name="Luis guilherme De barros andrade faria" userId="S::luis.faria@student.torrens.edu.au::31e40991-e7d9-41d2-8af0-eeeeb0b0a000" providerId="AD" clId="Web-{0BC2E837-C3B4-9C50-FED3-2A6DBF417B5C}" dt="2025-11-26T22:47:36.908" v="632" actId="14100"/>
          <ac:spMkLst>
            <pc:docMk/>
            <pc:sldMk cId="1023003172" sldId="302"/>
            <ac:spMk id="3" creationId="{FFBCDCA9-68E1-C0C4-2FA1-29258B2E12A7}"/>
          </ac:spMkLst>
        </pc:spChg>
        <pc:spChg chg="add del">
          <ac:chgData name="Luis guilherme De barros andrade faria" userId="S::luis.faria@student.torrens.edu.au::31e40991-e7d9-41d2-8af0-eeeeb0b0a000" providerId="AD" clId="Web-{0BC2E837-C3B4-9C50-FED3-2A6DBF417B5C}" dt="2025-11-26T23:19:01.502" v="782"/>
          <ac:spMkLst>
            <pc:docMk/>
            <pc:sldMk cId="1023003172" sldId="302"/>
            <ac:spMk id="6" creationId="{D984AF4B-5877-4F1B-1399-24ECE257EEDA}"/>
          </ac:spMkLst>
        </pc:spChg>
        <pc:spChg chg="add del">
          <ac:chgData name="Luis guilherme De barros andrade faria" userId="S::luis.faria@student.torrens.edu.au::31e40991-e7d9-41d2-8af0-eeeeb0b0a000" providerId="AD" clId="Web-{0BC2E837-C3B4-9C50-FED3-2A6DBF417B5C}" dt="2025-11-26T23:19:01.502" v="781"/>
          <ac:spMkLst>
            <pc:docMk/>
            <pc:sldMk cId="1023003172" sldId="302"/>
            <ac:spMk id="8" creationId="{EE033219-B946-9B30-512E-3BBB1B114729}"/>
          </ac:spMkLst>
        </pc:spChg>
        <pc:spChg chg="add del">
          <ac:chgData name="Luis guilherme De barros andrade faria" userId="S::luis.faria@student.torrens.edu.au::31e40991-e7d9-41d2-8af0-eeeeb0b0a000" providerId="AD" clId="Web-{0BC2E837-C3B4-9C50-FED3-2A6DBF417B5C}" dt="2025-11-26T23:19:01.502" v="780"/>
          <ac:spMkLst>
            <pc:docMk/>
            <pc:sldMk cId="1023003172" sldId="302"/>
            <ac:spMk id="12" creationId="{4AF9CEE3-8776-2D33-1DC9-0D6518684811}"/>
          </ac:spMkLst>
        </pc:spChg>
        <pc:spChg chg="add">
          <ac:chgData name="Luis guilherme De barros andrade faria" userId="S::luis.faria@student.torrens.edu.au::31e40991-e7d9-41d2-8af0-eeeeb0b0a000" providerId="AD" clId="Web-{0BC2E837-C3B4-9C50-FED3-2A6DBF417B5C}" dt="2025-11-26T23:19:29.799" v="788"/>
          <ac:spMkLst>
            <pc:docMk/>
            <pc:sldMk cId="1023003172" sldId="302"/>
            <ac:spMk id="14" creationId="{9F9ACB16-753F-C25F-5002-B4B4C284A167}"/>
          </ac:spMkLst>
        </pc:spChg>
        <pc:spChg chg="add mod">
          <ac:chgData name="Luis guilherme De barros andrade faria" userId="S::luis.faria@student.torrens.edu.au::31e40991-e7d9-41d2-8af0-eeeeb0b0a000" providerId="AD" clId="Web-{0BC2E837-C3B4-9C50-FED3-2A6DBF417B5C}" dt="2025-11-26T23:19:55.455" v="805" actId="20577"/>
          <ac:spMkLst>
            <pc:docMk/>
            <pc:sldMk cId="1023003172" sldId="302"/>
            <ac:spMk id="16" creationId="{3F72C61C-20BF-8D6B-1AFA-B80A8EF273D0}"/>
          </ac:spMkLst>
        </pc:spChg>
        <pc:spChg chg="mod">
          <ac:chgData name="Luis guilherme De barros andrade faria" userId="S::luis.faria@student.torrens.edu.au::31e40991-e7d9-41d2-8af0-eeeeb0b0a000" providerId="AD" clId="Web-{0BC2E837-C3B4-9C50-FED3-2A6DBF417B5C}" dt="2025-11-26T23:19:46.736" v="801" actId="1076"/>
          <ac:spMkLst>
            <pc:docMk/>
            <pc:sldMk cId="1023003172" sldId="302"/>
            <ac:spMk id="17" creationId="{14B7C4E7-5BE0-9A39-68CD-18172E176D6E}"/>
          </ac:spMkLst>
        </pc:spChg>
        <pc:spChg chg="mod">
          <ac:chgData name="Luis guilherme De barros andrade faria" userId="S::luis.faria@student.torrens.edu.au::31e40991-e7d9-41d2-8af0-eeeeb0b0a000" providerId="AD" clId="Web-{0BC2E837-C3B4-9C50-FED3-2A6DBF417B5C}" dt="2025-11-26T23:19:46.736" v="802" actId="1076"/>
          <ac:spMkLst>
            <pc:docMk/>
            <pc:sldMk cId="1023003172" sldId="302"/>
            <ac:spMk id="19" creationId="{05DED5F0-E687-44B9-8650-5E7CBDFC7760}"/>
          </ac:spMkLst>
        </pc:spChg>
        <pc:spChg chg="add">
          <ac:chgData name="Luis guilherme De barros andrade faria" userId="S::luis.faria@student.torrens.edu.au::31e40991-e7d9-41d2-8af0-eeeeb0b0a000" providerId="AD" clId="Web-{0BC2E837-C3B4-9C50-FED3-2A6DBF417B5C}" dt="2025-11-26T23:19:29.814" v="790"/>
          <ac:spMkLst>
            <pc:docMk/>
            <pc:sldMk cId="1023003172" sldId="302"/>
            <ac:spMk id="20" creationId="{46E4B1CE-77DB-3F9E-183B-43FF1303F454}"/>
          </ac:spMkLst>
        </pc:spChg>
        <pc:spChg chg="add">
          <ac:chgData name="Luis guilherme De barros andrade faria" userId="S::luis.faria@student.torrens.edu.au::31e40991-e7d9-41d2-8af0-eeeeb0b0a000" providerId="AD" clId="Web-{0BC2E837-C3B4-9C50-FED3-2A6DBF417B5C}" dt="2025-11-26T23:19:29.830" v="791"/>
          <ac:spMkLst>
            <pc:docMk/>
            <pc:sldMk cId="1023003172" sldId="302"/>
            <ac:spMk id="22" creationId="{4088AE91-D303-AD4D-A96E-06A87BF5035F}"/>
          </ac:spMkLst>
        </pc:spChg>
        <pc:spChg chg="add mod">
          <ac:chgData name="Luis guilherme De barros andrade faria" userId="S::luis.faria@student.torrens.edu.au::31e40991-e7d9-41d2-8af0-eeeeb0b0a000" providerId="AD" clId="Web-{0BC2E837-C3B4-9C50-FED3-2A6DBF417B5C}" dt="2025-11-26T23:19:58.830" v="807" actId="20577"/>
          <ac:spMkLst>
            <pc:docMk/>
            <pc:sldMk cId="1023003172" sldId="302"/>
            <ac:spMk id="27" creationId="{6EA9BA75-6F78-BC27-6867-48861301D401}"/>
          </ac:spMkLst>
        </pc:spChg>
        <pc:spChg chg="add mod">
          <ac:chgData name="Luis guilherme De barros andrade faria" userId="S::luis.faria@student.torrens.edu.au::31e40991-e7d9-41d2-8af0-eeeeb0b0a000" providerId="AD" clId="Web-{0BC2E837-C3B4-9C50-FED3-2A6DBF417B5C}" dt="2025-11-26T23:20:01.314" v="809" actId="20577"/>
          <ac:spMkLst>
            <pc:docMk/>
            <pc:sldMk cId="1023003172" sldId="302"/>
            <ac:spMk id="29" creationId="{D9A555D6-E12D-7B90-9F57-7FDFE8DCFE5C}"/>
          </ac:spMkLst>
        </pc:spChg>
        <pc:spChg chg="add mod">
          <ac:chgData name="Luis guilherme De barros andrade faria" userId="S::luis.faria@student.torrens.edu.au::31e40991-e7d9-41d2-8af0-eeeeb0b0a000" providerId="AD" clId="Web-{0BC2E837-C3B4-9C50-FED3-2A6DBF417B5C}" dt="2025-11-26T23:21:59.846" v="985"/>
          <ac:spMkLst>
            <pc:docMk/>
            <pc:sldMk cId="1023003172" sldId="302"/>
            <ac:spMk id="31" creationId="{C5E2BAB0-62C9-F616-8049-0C4D4CBC85A2}"/>
          </ac:spMkLst>
        </pc:spChg>
        <pc:spChg chg="add mod">
          <ac:chgData name="Luis guilherme De barros andrade faria" userId="S::luis.faria@student.torrens.edu.au::31e40991-e7d9-41d2-8af0-eeeeb0b0a000" providerId="AD" clId="Web-{0BC2E837-C3B4-9C50-FED3-2A6DBF417B5C}" dt="2025-11-26T23:21:59.846" v="986"/>
          <ac:spMkLst>
            <pc:docMk/>
            <pc:sldMk cId="1023003172" sldId="302"/>
            <ac:spMk id="33" creationId="{A07E84C7-6163-C02B-B6D7-CBF10395E84A}"/>
          </ac:spMkLst>
        </pc:spChg>
        <pc:spChg chg="add mod">
          <ac:chgData name="Luis guilherme De barros andrade faria" userId="S::luis.faria@student.torrens.edu.au::31e40991-e7d9-41d2-8af0-eeeeb0b0a000" providerId="AD" clId="Web-{0BC2E837-C3B4-9C50-FED3-2A6DBF417B5C}" dt="2025-11-26T23:21:59.893" v="987"/>
          <ac:spMkLst>
            <pc:docMk/>
            <pc:sldMk cId="1023003172" sldId="302"/>
            <ac:spMk id="35" creationId="{95F2D65B-0A49-5F3B-9246-C2B2F511FE9B}"/>
          </ac:spMkLst>
        </pc:spChg>
        <pc:spChg chg="add">
          <ac:chgData name="Luis guilherme De barros andrade faria" userId="S::luis.faria@student.torrens.edu.au::31e40991-e7d9-41d2-8af0-eeeeb0b0a000" providerId="AD" clId="Web-{0BC2E837-C3B4-9C50-FED3-2A6DBF417B5C}" dt="2025-11-26T23:19:29.924" v="798"/>
          <ac:spMkLst>
            <pc:docMk/>
            <pc:sldMk cId="1023003172" sldId="302"/>
            <ac:spMk id="39" creationId="{90220457-ECD2-174F-684C-ADB8ECA26EFD}"/>
          </ac:spMkLst>
        </pc:spChg>
        <pc:cxnChg chg="add mod">
          <ac:chgData name="Luis guilherme De barros andrade faria" userId="S::luis.faria@student.torrens.edu.au::31e40991-e7d9-41d2-8af0-eeeeb0b0a000" providerId="AD" clId="Web-{0BC2E837-C3B4-9C50-FED3-2A6DBF417B5C}" dt="2025-11-26T23:20:09.424" v="810" actId="1076"/>
          <ac:cxnSpMkLst>
            <pc:docMk/>
            <pc:sldMk cId="1023003172" sldId="302"/>
            <ac:cxnSpMk id="37" creationId="{C361358F-DD70-6D74-55BF-A82BD9B940B7}"/>
          </ac:cxnSpMkLst>
        </pc:cxnChg>
      </pc:sldChg>
      <pc:sldChg chg="addSp delSp modSp add replId addAnim delAnim modNotes">
        <pc:chgData name="Luis guilherme De barros andrade faria" userId="S::luis.faria@student.torrens.edu.au::31e40991-e7d9-41d2-8af0-eeeeb0b0a000" providerId="AD" clId="Web-{0BC2E837-C3B4-9C50-FED3-2A6DBF417B5C}" dt="2025-11-27T03:55:25.925" v="1813"/>
        <pc:sldMkLst>
          <pc:docMk/>
          <pc:sldMk cId="248584214" sldId="303"/>
        </pc:sldMkLst>
        <pc:spChg chg="add mod">
          <ac:chgData name="Luis guilherme De barros andrade faria" userId="S::luis.faria@student.torrens.edu.au::31e40991-e7d9-41d2-8af0-eeeeb0b0a000" providerId="AD" clId="Web-{0BC2E837-C3B4-9C50-FED3-2A6DBF417B5C}" dt="2025-11-27T03:28:45.266" v="1643" actId="14100"/>
          <ac:spMkLst>
            <pc:docMk/>
            <pc:sldMk cId="248584214" sldId="303"/>
            <ac:spMk id="2" creationId="{8ACFBE32-1D9B-E6E2-A6ED-DB97C276DB3B}"/>
          </ac:spMkLst>
        </pc:spChg>
        <pc:spChg chg="add mod">
          <ac:chgData name="Luis guilherme De barros andrade faria" userId="S::luis.faria@student.torrens.edu.au::31e40991-e7d9-41d2-8af0-eeeeb0b0a000" providerId="AD" clId="Web-{0BC2E837-C3B4-9C50-FED3-2A6DBF417B5C}" dt="2025-11-27T03:28:39.344" v="1641" actId="14100"/>
          <ac:spMkLst>
            <pc:docMk/>
            <pc:sldMk cId="248584214" sldId="303"/>
            <ac:spMk id="4" creationId="{6FF12511-DA1F-D5B8-7B10-A428B606CC9C}"/>
          </ac:spMkLst>
        </pc:spChg>
        <pc:spChg chg="add del mod">
          <ac:chgData name="Luis guilherme De barros andrade faria" userId="S::luis.faria@student.torrens.edu.au::31e40991-e7d9-41d2-8af0-eeeeb0b0a000" providerId="AD" clId="Web-{0BC2E837-C3B4-9C50-FED3-2A6DBF417B5C}" dt="2025-11-27T03:29:20.815" v="1652" actId="1076"/>
          <ac:spMkLst>
            <pc:docMk/>
            <pc:sldMk cId="248584214" sldId="303"/>
            <ac:spMk id="5" creationId="{EF2BE470-8621-DACF-A699-51E847931097}"/>
          </ac:spMkLst>
        </pc:spChg>
        <pc:spChg chg="add mod">
          <ac:chgData name="Luis guilherme De barros andrade faria" userId="S::luis.faria@student.torrens.edu.au::31e40991-e7d9-41d2-8af0-eeeeb0b0a000" providerId="AD" clId="Web-{0BC2E837-C3B4-9C50-FED3-2A6DBF417B5C}" dt="2025-11-27T03:28:42.703" v="1642" actId="14100"/>
          <ac:spMkLst>
            <pc:docMk/>
            <pc:sldMk cId="248584214" sldId="303"/>
            <ac:spMk id="6" creationId="{4CB46B1E-A5EC-2BE2-4765-684BD50CB9FB}"/>
          </ac:spMkLst>
        </pc:spChg>
        <pc:spChg chg="add mod">
          <ac:chgData name="Luis guilherme De barros andrade faria" userId="S::luis.faria@student.torrens.edu.au::31e40991-e7d9-41d2-8af0-eeeeb0b0a000" providerId="AD" clId="Web-{0BC2E837-C3B4-9C50-FED3-2A6DBF417B5C}" dt="2025-11-27T03:28:26.577" v="1640" actId="1076"/>
          <ac:spMkLst>
            <pc:docMk/>
            <pc:sldMk cId="248584214" sldId="303"/>
            <ac:spMk id="7" creationId="{16C6344E-84B7-CD15-E471-52921971CAA8}"/>
          </ac:spMkLst>
        </pc:spChg>
        <pc:spChg chg="add mod">
          <ac:chgData name="Luis guilherme De barros andrade faria" userId="S::luis.faria@student.torrens.edu.au::31e40991-e7d9-41d2-8af0-eeeeb0b0a000" providerId="AD" clId="Web-{0BC2E837-C3B4-9C50-FED3-2A6DBF417B5C}" dt="2025-11-27T03:26:58.055" v="1614" actId="1076"/>
          <ac:spMkLst>
            <pc:docMk/>
            <pc:sldMk cId="248584214" sldId="303"/>
            <ac:spMk id="9" creationId="{6081C341-0C14-39C5-9CFF-98F744C735F6}"/>
          </ac:spMkLst>
        </pc:spChg>
        <pc:spChg chg="add mod">
          <ac:chgData name="Luis guilherme De barros andrade faria" userId="S::luis.faria@student.torrens.edu.au::31e40991-e7d9-41d2-8af0-eeeeb0b0a000" providerId="AD" clId="Web-{0BC2E837-C3B4-9C50-FED3-2A6DBF417B5C}" dt="2025-11-27T03:28:24.202" v="1639" actId="1076"/>
          <ac:spMkLst>
            <pc:docMk/>
            <pc:sldMk cId="248584214" sldId="303"/>
            <ac:spMk id="13" creationId="{8443773F-3D10-DE11-9137-C7571171FA41}"/>
          </ac:spMkLst>
        </pc:spChg>
        <pc:spChg chg="mod">
          <ac:chgData name="Luis guilherme De barros andrade faria" userId="S::luis.faria@student.torrens.edu.au::31e40991-e7d9-41d2-8af0-eeeeb0b0a000" providerId="AD" clId="Web-{0BC2E837-C3B4-9C50-FED3-2A6DBF417B5C}" dt="2025-11-27T03:28:53.313" v="1646" actId="14100"/>
          <ac:spMkLst>
            <pc:docMk/>
            <pc:sldMk cId="248584214" sldId="303"/>
            <ac:spMk id="14" creationId="{58116DF9-3607-EB99-34DD-1D6BF2DCAAF2}"/>
          </ac:spMkLst>
        </pc:spChg>
        <pc:spChg chg="mod">
          <ac:chgData name="Luis guilherme De barros andrade faria" userId="S::luis.faria@student.torrens.edu.au::31e40991-e7d9-41d2-8af0-eeeeb0b0a000" providerId="AD" clId="Web-{0BC2E837-C3B4-9C50-FED3-2A6DBF417B5C}" dt="2025-11-27T03:28:24.171" v="1637" actId="1076"/>
          <ac:spMkLst>
            <pc:docMk/>
            <pc:sldMk cId="248584214" sldId="303"/>
            <ac:spMk id="16" creationId="{A3854075-EC2D-AF75-9387-CFBF77A6553D}"/>
          </ac:spMkLst>
        </pc:spChg>
        <pc:spChg chg="del">
          <ac:chgData name="Luis guilherme De barros andrade faria" userId="S::luis.faria@student.torrens.edu.au::31e40991-e7d9-41d2-8af0-eeeeb0b0a000" providerId="AD" clId="Web-{0BC2E837-C3B4-9C50-FED3-2A6DBF417B5C}" dt="2025-11-26T23:25:34.253" v="1050"/>
          <ac:spMkLst>
            <pc:docMk/>
            <pc:sldMk cId="248584214" sldId="303"/>
            <ac:spMk id="17" creationId="{819A9CF8-D8B8-B775-7EFD-14F3A0C5B5E1}"/>
          </ac:spMkLst>
        </pc:spChg>
        <pc:spChg chg="add mod">
          <ac:chgData name="Luis guilherme De barros andrade faria" userId="S::luis.faria@student.torrens.edu.au::31e40991-e7d9-41d2-8af0-eeeeb0b0a000" providerId="AD" clId="Web-{0BC2E837-C3B4-9C50-FED3-2A6DBF417B5C}" dt="2025-11-27T03:26:58.070" v="1615" actId="1076"/>
          <ac:spMkLst>
            <pc:docMk/>
            <pc:sldMk cId="248584214" sldId="303"/>
            <ac:spMk id="18" creationId="{2E7C69E1-2568-FD6B-496C-C7D32C5AA386}"/>
          </ac:spMkLst>
        </pc:spChg>
        <pc:spChg chg="mod">
          <ac:chgData name="Luis guilherme De barros andrade faria" userId="S::luis.faria@student.torrens.edu.au::31e40991-e7d9-41d2-8af0-eeeeb0b0a000" providerId="AD" clId="Web-{0BC2E837-C3B4-9C50-FED3-2A6DBF417B5C}" dt="2025-11-26T23:25:37.425" v="1051" actId="1076"/>
          <ac:spMkLst>
            <pc:docMk/>
            <pc:sldMk cId="248584214" sldId="303"/>
            <ac:spMk id="19" creationId="{D5F89DD4-DCEC-4D77-F606-0DB8894250EF}"/>
          </ac:spMkLst>
        </pc:spChg>
        <pc:spChg chg="del">
          <ac:chgData name="Luis guilherme De barros andrade faria" userId="S::luis.faria@student.torrens.edu.au::31e40991-e7d9-41d2-8af0-eeeeb0b0a000" providerId="AD" clId="Web-{0BC2E837-C3B4-9C50-FED3-2A6DBF417B5C}" dt="2025-11-26T23:22:26.924" v="990"/>
          <ac:spMkLst>
            <pc:docMk/>
            <pc:sldMk cId="248584214" sldId="303"/>
            <ac:spMk id="20" creationId="{1C954737-6D9E-9C95-8C66-28855C09C549}"/>
          </ac:spMkLst>
        </pc:spChg>
        <pc:spChg chg="del">
          <ac:chgData name="Luis guilherme De barros andrade faria" userId="S::luis.faria@student.torrens.edu.au::31e40991-e7d9-41d2-8af0-eeeeb0b0a000" providerId="AD" clId="Web-{0BC2E837-C3B4-9C50-FED3-2A6DBF417B5C}" dt="2025-11-26T23:22:30.253" v="998"/>
          <ac:spMkLst>
            <pc:docMk/>
            <pc:sldMk cId="248584214" sldId="303"/>
            <ac:spMk id="22" creationId="{D787DBC6-097F-FA62-3AF1-2510F95622CA}"/>
          </ac:spMkLst>
        </pc:spChg>
        <pc:spChg chg="del">
          <ac:chgData name="Luis guilherme De barros andrade faria" userId="S::luis.faria@student.torrens.edu.au::31e40991-e7d9-41d2-8af0-eeeeb0b0a000" providerId="AD" clId="Web-{0BC2E837-C3B4-9C50-FED3-2A6DBF417B5C}" dt="2025-11-26T23:22:26.924" v="989"/>
          <ac:spMkLst>
            <pc:docMk/>
            <pc:sldMk cId="248584214" sldId="303"/>
            <ac:spMk id="27" creationId="{7E1337FC-BEDB-A760-7210-E5E066BAB744}"/>
          </ac:spMkLst>
        </pc:spChg>
        <pc:spChg chg="del">
          <ac:chgData name="Luis guilherme De barros andrade faria" userId="S::luis.faria@student.torrens.edu.au::31e40991-e7d9-41d2-8af0-eeeeb0b0a000" providerId="AD" clId="Web-{0BC2E837-C3B4-9C50-FED3-2A6DBF417B5C}" dt="2025-11-26T23:22:28.206" v="992"/>
          <ac:spMkLst>
            <pc:docMk/>
            <pc:sldMk cId="248584214" sldId="303"/>
            <ac:spMk id="29" creationId="{FE19B77B-0398-8096-CEE2-E86BC5869404}"/>
          </ac:spMkLst>
        </pc:spChg>
        <pc:spChg chg="mod">
          <ac:chgData name="Luis guilherme De barros andrade faria" userId="S::luis.faria@student.torrens.edu.au::31e40991-e7d9-41d2-8af0-eeeeb0b0a000" providerId="AD" clId="Web-{0BC2E837-C3B4-9C50-FED3-2A6DBF417B5C}" dt="2025-11-27T03:26:58.039" v="1613" actId="1076"/>
          <ac:spMkLst>
            <pc:docMk/>
            <pc:sldMk cId="248584214" sldId="303"/>
            <ac:spMk id="31" creationId="{2ABF7EBA-A534-8299-4209-8A10666AEED4}"/>
          </ac:spMkLst>
        </pc:spChg>
        <pc:spChg chg="add del">
          <ac:chgData name="Luis guilherme De barros andrade faria" userId="S::luis.faria@student.torrens.edu.au::31e40991-e7d9-41d2-8af0-eeeeb0b0a000" providerId="AD" clId="Web-{0BC2E837-C3B4-9C50-FED3-2A6DBF417B5C}" dt="2025-11-26T23:27:44.098" v="1095"/>
          <ac:spMkLst>
            <pc:docMk/>
            <pc:sldMk cId="248584214" sldId="303"/>
            <ac:spMk id="32" creationId="{9E062E2B-F5BC-7153-063F-1E2BE7496FDB}"/>
          </ac:spMkLst>
        </pc:spChg>
        <pc:spChg chg="del mod">
          <ac:chgData name="Luis guilherme De barros andrade faria" userId="S::luis.faria@student.torrens.edu.au::31e40991-e7d9-41d2-8af0-eeeeb0b0a000" providerId="AD" clId="Web-{0BC2E837-C3B4-9C50-FED3-2A6DBF417B5C}" dt="2025-11-26T23:22:30.018" v="997"/>
          <ac:spMkLst>
            <pc:docMk/>
            <pc:sldMk cId="248584214" sldId="303"/>
            <ac:spMk id="33" creationId="{105F5B5C-058A-16F2-AC12-0202458CB758}"/>
          </ac:spMkLst>
        </pc:spChg>
        <pc:spChg chg="del">
          <ac:chgData name="Luis guilherme De barros andrade faria" userId="S::luis.faria@student.torrens.edu.au::31e40991-e7d9-41d2-8af0-eeeeb0b0a000" providerId="AD" clId="Web-{0BC2E837-C3B4-9C50-FED3-2A6DBF417B5C}" dt="2025-11-26T23:22:28.206" v="991"/>
          <ac:spMkLst>
            <pc:docMk/>
            <pc:sldMk cId="248584214" sldId="303"/>
            <ac:spMk id="35" creationId="{0D5479E0-91B2-6A58-77AB-863556400E69}"/>
          </ac:spMkLst>
        </pc:spChg>
        <pc:spChg chg="del">
          <ac:chgData name="Luis guilherme De barros andrade faria" userId="S::luis.faria@student.torrens.edu.au::31e40991-e7d9-41d2-8af0-eeeeb0b0a000" providerId="AD" clId="Web-{0BC2E837-C3B4-9C50-FED3-2A6DBF417B5C}" dt="2025-11-26T23:24:26.972" v="1027"/>
          <ac:spMkLst>
            <pc:docMk/>
            <pc:sldMk cId="248584214" sldId="303"/>
            <ac:spMk id="39" creationId="{95439139-BA73-76C8-4892-D0B489870911}"/>
          </ac:spMkLst>
        </pc:spChg>
        <pc:spChg chg="add mod topLvl">
          <ac:chgData name="Luis guilherme De barros andrade faria" userId="S::luis.faria@student.torrens.edu.au::31e40991-e7d9-41d2-8af0-eeeeb0b0a000" providerId="AD" clId="Web-{0BC2E837-C3B4-9C50-FED3-2A6DBF417B5C}" dt="2025-11-27T03:32:12.619" v="1680" actId="1076"/>
          <ac:spMkLst>
            <pc:docMk/>
            <pc:sldMk cId="248584214" sldId="303"/>
            <ac:spMk id="40" creationId="{68B9281D-9B68-6C9A-F165-E780782D6056}"/>
          </ac:spMkLst>
        </pc:spChg>
        <pc:spChg chg="add mod topLvl">
          <ac:chgData name="Luis guilherme De barros andrade faria" userId="S::luis.faria@student.torrens.edu.au::31e40991-e7d9-41d2-8af0-eeeeb0b0a000" providerId="AD" clId="Web-{0BC2E837-C3B4-9C50-FED3-2A6DBF417B5C}" dt="2025-11-27T03:32:37.730" v="1686" actId="14100"/>
          <ac:spMkLst>
            <pc:docMk/>
            <pc:sldMk cId="248584214" sldId="303"/>
            <ac:spMk id="42" creationId="{CFFE702B-BDC5-7635-394A-5B0F3799D88B}"/>
          </ac:spMkLst>
        </pc:spChg>
        <pc:spChg chg="del mod">
          <ac:chgData name="Luis guilherme De barros andrade faria" userId="S::luis.faria@student.torrens.edu.au::31e40991-e7d9-41d2-8af0-eeeeb0b0a000" providerId="AD" clId="Web-{0BC2E837-C3B4-9C50-FED3-2A6DBF417B5C}" dt="2025-11-26T23:57:59.295" v="1156"/>
          <ac:spMkLst>
            <pc:docMk/>
            <pc:sldMk cId="248584214" sldId="303"/>
            <ac:spMk id="58" creationId="{304499DE-8316-6FDD-AC0B-A561B6328A06}"/>
          </ac:spMkLst>
        </pc:spChg>
        <pc:grpChg chg="add del mod">
          <ac:chgData name="Luis guilherme De barros andrade faria" userId="S::luis.faria@student.torrens.edu.au::31e40991-e7d9-41d2-8af0-eeeeb0b0a000" providerId="AD" clId="Web-{0BC2E837-C3B4-9C50-FED3-2A6DBF417B5C}" dt="2025-11-27T03:29:48.269" v="1659"/>
          <ac:grpSpMkLst>
            <pc:docMk/>
            <pc:sldMk cId="248584214" sldId="303"/>
            <ac:grpSpMk id="8" creationId="{4C7F2774-5DED-2F9B-C094-C91DF829E509}"/>
          </ac:grpSpMkLst>
        </pc:grpChg>
        <pc:picChg chg="add del mod">
          <ac:chgData name="Luis guilherme De barros andrade faria" userId="S::luis.faria@student.torrens.edu.au::31e40991-e7d9-41d2-8af0-eeeeb0b0a000" providerId="AD" clId="Web-{0BC2E837-C3B4-9C50-FED3-2A6DBF417B5C}" dt="2025-11-27T03:30:59.320" v="1669"/>
          <ac:picMkLst>
            <pc:docMk/>
            <pc:sldMk cId="248584214" sldId="303"/>
            <ac:picMk id="12" creationId="{BEA55E0F-7288-9742-5E4C-78F13B5125BE}"/>
          </ac:picMkLst>
        </pc:picChg>
        <pc:picChg chg="add del mod">
          <ac:chgData name="Luis guilherme De barros andrade faria" userId="S::luis.faria@student.torrens.edu.au::31e40991-e7d9-41d2-8af0-eeeeb0b0a000" providerId="AD" clId="Web-{0BC2E837-C3B4-9C50-FED3-2A6DBF417B5C}" dt="2025-11-27T03:31:02.367" v="1671"/>
          <ac:picMkLst>
            <pc:docMk/>
            <pc:sldMk cId="248584214" sldId="303"/>
            <ac:picMk id="15" creationId="{0BF0EC2E-E328-894A-0FBE-BDF5EB64061D}"/>
          </ac:picMkLst>
        </pc:picChg>
        <pc:picChg chg="add mod">
          <ac:chgData name="Luis guilherme De barros andrade faria" userId="S::luis.faria@student.torrens.edu.au::31e40991-e7d9-41d2-8af0-eeeeb0b0a000" providerId="AD" clId="Web-{0BC2E837-C3B4-9C50-FED3-2A6DBF417B5C}" dt="2025-11-27T03:32:40.714" v="1687" actId="1076"/>
          <ac:picMkLst>
            <pc:docMk/>
            <pc:sldMk cId="248584214" sldId="303"/>
            <ac:picMk id="17" creationId="{1C06A250-29C5-E606-81B3-C37253DDFB01}"/>
          </ac:picMkLst>
        </pc:picChg>
        <pc:cxnChg chg="add del">
          <ac:chgData name="Luis guilherme De barros andrade faria" userId="S::luis.faria@student.torrens.edu.au::31e40991-e7d9-41d2-8af0-eeeeb0b0a000" providerId="AD" clId="Web-{0BC2E837-C3B4-9C50-FED3-2A6DBF417B5C}" dt="2025-11-26T23:23:55.831" v="1017"/>
          <ac:cxnSpMkLst>
            <pc:docMk/>
            <pc:sldMk cId="248584214" sldId="303"/>
            <ac:cxnSpMk id="4" creationId="{8FD5B0EC-78ED-573C-2A12-A38713F6D8A9}"/>
          </ac:cxnSpMkLst>
        </pc:cxnChg>
        <pc:cxnChg chg="add del mod">
          <ac:chgData name="Luis guilherme De barros andrade faria" userId="S::luis.faria@student.torrens.edu.au::31e40991-e7d9-41d2-8af0-eeeeb0b0a000" providerId="AD" clId="Web-{0BC2E837-C3B4-9C50-FED3-2A6DBF417B5C}" dt="2025-11-26T23:27:43.207" v="1092"/>
          <ac:cxnSpMkLst>
            <pc:docMk/>
            <pc:sldMk cId="248584214" sldId="303"/>
            <ac:cxnSpMk id="23" creationId="{48010487-49D1-4058-7A8B-B6BE44AF7CDD}"/>
          </ac:cxnSpMkLst>
        </pc:cxnChg>
        <pc:cxnChg chg="add del mod">
          <ac:chgData name="Luis guilherme De barros andrade faria" userId="S::luis.faria@student.torrens.edu.au::31e40991-e7d9-41d2-8af0-eeeeb0b0a000" providerId="AD" clId="Web-{0BC2E837-C3B4-9C50-FED3-2A6DBF417B5C}" dt="2025-11-26T23:27:43.613" v="1093"/>
          <ac:cxnSpMkLst>
            <pc:docMk/>
            <pc:sldMk cId="248584214" sldId="303"/>
            <ac:cxnSpMk id="28" creationId="{20ECC1F4-3450-859C-8710-71182679AFDD}"/>
          </ac:cxnSpMkLst>
        </pc:cxnChg>
        <pc:cxnChg chg="add del mod">
          <ac:chgData name="Luis guilherme De barros andrade faria" userId="S::luis.faria@student.torrens.edu.au::31e40991-e7d9-41d2-8af0-eeeeb0b0a000" providerId="AD" clId="Web-{0BC2E837-C3B4-9C50-FED3-2A6DBF417B5C}" dt="2025-11-26T23:28:05.426" v="1099"/>
          <ac:cxnSpMkLst>
            <pc:docMk/>
            <pc:sldMk cId="248584214" sldId="303"/>
            <ac:cxnSpMk id="36" creationId="{6826F872-F4B6-B1BF-2F3A-0CC5C9BD227E}"/>
          </ac:cxnSpMkLst>
        </pc:cxnChg>
        <pc:cxnChg chg="del">
          <ac:chgData name="Luis guilherme De barros andrade faria" userId="S::luis.faria@student.torrens.edu.au::31e40991-e7d9-41d2-8af0-eeeeb0b0a000" providerId="AD" clId="Web-{0BC2E837-C3B4-9C50-FED3-2A6DBF417B5C}" dt="2025-11-26T23:22:28.643" v="993"/>
          <ac:cxnSpMkLst>
            <pc:docMk/>
            <pc:sldMk cId="248584214" sldId="303"/>
            <ac:cxnSpMk id="37" creationId="{1EDEE318-DB1D-3436-0148-76E7B3C701C9}"/>
          </ac:cxnSpMkLst>
        </pc:cxnChg>
      </pc:sldChg>
      <pc:sldChg chg="addSp delSp modSp add ord replId addAnim delAnim modNotes">
        <pc:chgData name="Luis guilherme De barros andrade faria" userId="S::luis.faria@student.torrens.edu.au::31e40991-e7d9-41d2-8af0-eeeeb0b0a000" providerId="AD" clId="Web-{0BC2E837-C3B4-9C50-FED3-2A6DBF417B5C}" dt="2025-11-27T03:56:01.067" v="1825"/>
        <pc:sldMkLst>
          <pc:docMk/>
          <pc:sldMk cId="1748756999" sldId="304"/>
        </pc:sldMkLst>
        <pc:spChg chg="mod">
          <ac:chgData name="Luis guilherme De barros andrade faria" userId="S::luis.faria@student.torrens.edu.au::31e40991-e7d9-41d2-8af0-eeeeb0b0a000" providerId="AD" clId="Web-{0BC2E837-C3B4-9C50-FED3-2A6DBF417B5C}" dt="2025-11-26T23:57:44.576" v="1153" actId="20577"/>
          <ac:spMkLst>
            <pc:docMk/>
            <pc:sldMk cId="1748756999" sldId="304"/>
            <ac:spMk id="3" creationId="{48575B08-42C3-DEE9-573B-8307DD57AC29}"/>
          </ac:spMkLst>
        </pc:spChg>
        <pc:spChg chg="add mod">
          <ac:chgData name="Luis guilherme De barros andrade faria" userId="S::luis.faria@student.torrens.edu.au::31e40991-e7d9-41d2-8af0-eeeeb0b0a000" providerId="AD" clId="Web-{0BC2E837-C3B4-9C50-FED3-2A6DBF417B5C}" dt="2025-11-26T23:59:24.751" v="1175" actId="1076"/>
          <ac:spMkLst>
            <pc:docMk/>
            <pc:sldMk cId="1748756999" sldId="304"/>
            <ac:spMk id="4" creationId="{DC5C3DE4-A17F-6741-463B-E917201B4183}"/>
          </ac:spMkLst>
        </pc:spChg>
        <pc:spChg chg="add mod">
          <ac:chgData name="Luis guilherme De barros andrade faria" userId="S::luis.faria@student.torrens.edu.au::31e40991-e7d9-41d2-8af0-eeeeb0b0a000" providerId="AD" clId="Web-{0BC2E837-C3B4-9C50-FED3-2A6DBF417B5C}" dt="2025-11-27T03:34:31.655" v="1710" actId="20577"/>
          <ac:spMkLst>
            <pc:docMk/>
            <pc:sldMk cId="1748756999" sldId="304"/>
            <ac:spMk id="7" creationId="{C6B0A24C-2A8D-4A63-2541-3C06926092AD}"/>
          </ac:spMkLst>
        </pc:spChg>
        <pc:spChg chg="mod">
          <ac:chgData name="Luis guilherme De barros andrade faria" userId="S::luis.faria@student.torrens.edu.au::31e40991-e7d9-41d2-8af0-eeeeb0b0a000" providerId="AD" clId="Web-{0BC2E837-C3B4-9C50-FED3-2A6DBF417B5C}" dt="2025-11-27T03:34:28.936" v="1709" actId="20577"/>
          <ac:spMkLst>
            <pc:docMk/>
            <pc:sldMk cId="1748756999" sldId="304"/>
            <ac:spMk id="12" creationId="{4B7674C7-1477-451F-07D3-6AEF50ABCD73}"/>
          </ac:spMkLst>
        </pc:spChg>
        <pc:spChg chg="add mod">
          <ac:chgData name="Luis guilherme De barros andrade faria" userId="S::luis.faria@student.torrens.edu.au::31e40991-e7d9-41d2-8af0-eeeeb0b0a000" providerId="AD" clId="Web-{0BC2E837-C3B4-9C50-FED3-2A6DBF417B5C}" dt="2025-11-26T23:59:31.470" v="1179" actId="1076"/>
          <ac:spMkLst>
            <pc:docMk/>
            <pc:sldMk cId="1748756999" sldId="304"/>
            <ac:spMk id="14" creationId="{7DA16BB4-DACE-2D9E-937C-A387EBFBF675}"/>
          </ac:spMkLst>
        </pc:spChg>
        <pc:spChg chg="add mod">
          <ac:chgData name="Luis guilherme De barros andrade faria" userId="S::luis.faria@student.torrens.edu.au::31e40991-e7d9-41d2-8af0-eeeeb0b0a000" providerId="AD" clId="Web-{0BC2E837-C3B4-9C50-FED3-2A6DBF417B5C}" dt="2025-11-27T03:34:33.514" v="1711" actId="20577"/>
          <ac:spMkLst>
            <pc:docMk/>
            <pc:sldMk cId="1748756999" sldId="304"/>
            <ac:spMk id="16" creationId="{23DC7E97-372E-0F86-6835-C4E33E180EBF}"/>
          </ac:spMkLst>
        </pc:spChg>
        <pc:spChg chg="mod">
          <ac:chgData name="Luis guilherme De barros andrade faria" userId="S::luis.faria@student.torrens.edu.au::31e40991-e7d9-41d2-8af0-eeeeb0b0a000" providerId="AD" clId="Web-{0BC2E837-C3B4-9C50-FED3-2A6DBF417B5C}" dt="2025-11-27T03:34:26.092" v="1708" actId="20577"/>
          <ac:spMkLst>
            <pc:docMk/>
            <pc:sldMk cId="1748756999" sldId="304"/>
            <ac:spMk id="19" creationId="{749B6610-1CD0-F026-A87B-C379E5DC7AFB}"/>
          </ac:spMkLst>
        </pc:spChg>
        <pc:spChg chg="mod">
          <ac:chgData name="Luis guilherme De barros andrade faria" userId="S::luis.faria@student.torrens.edu.au::31e40991-e7d9-41d2-8af0-eeeeb0b0a000" providerId="AD" clId="Web-{0BC2E837-C3B4-9C50-FED3-2A6DBF417B5C}" dt="2025-11-27T03:33:50.122" v="1704" actId="20577"/>
          <ac:spMkLst>
            <pc:docMk/>
            <pc:sldMk cId="1748756999" sldId="304"/>
            <ac:spMk id="25" creationId="{8496283E-18E1-AE90-387C-AC53CF67BCE2}"/>
          </ac:spMkLst>
        </pc:spChg>
        <pc:picChg chg="del">
          <ac:chgData name="Luis guilherme De barros andrade faria" userId="S::luis.faria@student.torrens.edu.au::31e40991-e7d9-41d2-8af0-eeeeb0b0a000" providerId="AD" clId="Web-{0BC2E837-C3B4-9C50-FED3-2A6DBF417B5C}" dt="2025-11-26T23:58:59.172" v="1172"/>
          <ac:picMkLst>
            <pc:docMk/>
            <pc:sldMk cId="1748756999" sldId="304"/>
            <ac:picMk id="13" creationId="{A80F52B1-5C37-043B-A71A-DABF335F800D}"/>
          </ac:picMkLst>
        </pc:picChg>
      </pc:sldChg>
      <pc:sldChg chg="addSp delSp modSp add replId addAnim delAnim modAnim modNotes">
        <pc:chgData name="Luis guilherme De barros andrade faria" userId="S::luis.faria@student.torrens.edu.au::31e40991-e7d9-41d2-8af0-eeeeb0b0a000" providerId="AD" clId="Web-{0BC2E837-C3B4-9C50-FED3-2A6DBF417B5C}" dt="2025-11-27T03:57:47.708" v="1848"/>
        <pc:sldMkLst>
          <pc:docMk/>
          <pc:sldMk cId="2451077623" sldId="305"/>
        </pc:sldMkLst>
        <pc:spChg chg="del">
          <ac:chgData name="Luis guilherme De barros andrade faria" userId="S::luis.faria@student.torrens.edu.au::31e40991-e7d9-41d2-8af0-eeeeb0b0a000" providerId="AD" clId="Web-{0BC2E837-C3B4-9C50-FED3-2A6DBF417B5C}" dt="2025-11-27T00:45:00.374" v="1249"/>
          <ac:spMkLst>
            <pc:docMk/>
            <pc:sldMk cId="2451077623" sldId="305"/>
            <ac:spMk id="3" creationId="{2D58CF83-870E-F007-22A3-C47BFAB25368}"/>
          </ac:spMkLst>
        </pc:spChg>
        <pc:spChg chg="del">
          <ac:chgData name="Luis guilherme De barros andrade faria" userId="S::luis.faria@student.torrens.edu.au::31e40991-e7d9-41d2-8af0-eeeeb0b0a000" providerId="AD" clId="Web-{0BC2E837-C3B4-9C50-FED3-2A6DBF417B5C}" dt="2025-11-27T00:45:10.921" v="1258"/>
          <ac:spMkLst>
            <pc:docMk/>
            <pc:sldMk cId="2451077623" sldId="305"/>
            <ac:spMk id="4" creationId="{E4CEC3BA-78B5-F9F8-E076-B2EC12A46ACF}"/>
          </ac:spMkLst>
        </pc:spChg>
        <pc:spChg chg="add">
          <ac:chgData name="Luis guilherme De barros andrade faria" userId="S::luis.faria@student.torrens.edu.au::31e40991-e7d9-41d2-8af0-eeeeb0b0a000" providerId="AD" clId="Web-{0BC2E837-C3B4-9C50-FED3-2A6DBF417B5C}" dt="2025-11-27T00:45:00.671" v="1250"/>
          <ac:spMkLst>
            <pc:docMk/>
            <pc:sldMk cId="2451077623" sldId="305"/>
            <ac:spMk id="6" creationId="{973C0577-F9CE-F812-CDC0-D0AEDC3AEAC7}"/>
          </ac:spMkLst>
        </pc:spChg>
        <pc:spChg chg="del">
          <ac:chgData name="Luis guilherme De barros andrade faria" userId="S::luis.faria@student.torrens.edu.au::31e40991-e7d9-41d2-8af0-eeeeb0b0a000" providerId="AD" clId="Web-{0BC2E837-C3B4-9C50-FED3-2A6DBF417B5C}" dt="2025-11-27T00:45:09.374" v="1255"/>
          <ac:spMkLst>
            <pc:docMk/>
            <pc:sldMk cId="2451077623" sldId="305"/>
            <ac:spMk id="7" creationId="{8CBCFEA7-C7CD-1C05-06DD-7A927344EC6F}"/>
          </ac:spMkLst>
        </pc:spChg>
        <pc:spChg chg="del">
          <ac:chgData name="Luis guilherme De barros andrade faria" userId="S::luis.faria@student.torrens.edu.au::31e40991-e7d9-41d2-8af0-eeeeb0b0a000" providerId="AD" clId="Web-{0BC2E837-C3B4-9C50-FED3-2A6DBF417B5C}" dt="2025-11-27T00:45:10.921" v="1260"/>
          <ac:spMkLst>
            <pc:docMk/>
            <pc:sldMk cId="2451077623" sldId="305"/>
            <ac:spMk id="8" creationId="{0126A7ED-037A-B696-1C50-80FDEB51CA6F}"/>
          </ac:spMkLst>
        </pc:spChg>
        <pc:spChg chg="del">
          <ac:chgData name="Luis guilherme De barros andrade faria" userId="S::luis.faria@student.torrens.edu.au::31e40991-e7d9-41d2-8af0-eeeeb0b0a000" providerId="AD" clId="Web-{0BC2E837-C3B4-9C50-FED3-2A6DBF417B5C}" dt="2025-11-27T00:45:09.374" v="1256"/>
          <ac:spMkLst>
            <pc:docMk/>
            <pc:sldMk cId="2451077623" sldId="305"/>
            <ac:spMk id="12" creationId="{16AD6A12-E508-E869-AE44-EDA59FE77C4C}"/>
          </ac:spMkLst>
        </pc:spChg>
        <pc:spChg chg="add mod">
          <ac:chgData name="Luis guilherme De barros andrade faria" userId="S::luis.faria@student.torrens.edu.au::31e40991-e7d9-41d2-8af0-eeeeb0b0a000" providerId="AD" clId="Web-{0BC2E837-C3B4-9C50-FED3-2A6DBF417B5C}" dt="2025-11-27T03:34:20.561" v="1707" actId="1076"/>
          <ac:spMkLst>
            <pc:docMk/>
            <pc:sldMk cId="2451077623" sldId="305"/>
            <ac:spMk id="13" creationId="{ECAF655A-DF37-0087-3FAF-631CCCF570CC}"/>
          </ac:spMkLst>
        </pc:spChg>
        <pc:spChg chg="del">
          <ac:chgData name="Luis guilherme De barros andrade faria" userId="S::luis.faria@student.torrens.edu.au::31e40991-e7d9-41d2-8af0-eeeeb0b0a000" providerId="AD" clId="Web-{0BC2E837-C3B4-9C50-FED3-2A6DBF417B5C}" dt="2025-11-27T00:45:10.921" v="1257"/>
          <ac:spMkLst>
            <pc:docMk/>
            <pc:sldMk cId="2451077623" sldId="305"/>
            <ac:spMk id="14" creationId="{9849BA6A-1AEA-9672-F4AD-E18299319977}"/>
          </ac:spMkLst>
        </pc:spChg>
        <pc:spChg chg="del">
          <ac:chgData name="Luis guilherme De barros andrade faria" userId="S::luis.faria@student.torrens.edu.au::31e40991-e7d9-41d2-8af0-eeeeb0b0a000" providerId="AD" clId="Web-{0BC2E837-C3B4-9C50-FED3-2A6DBF417B5C}" dt="2025-11-27T00:45:09.359" v="1254"/>
          <ac:spMkLst>
            <pc:docMk/>
            <pc:sldMk cId="2451077623" sldId="305"/>
            <ac:spMk id="16" creationId="{5B37D63E-62FC-4226-CE01-5E25A3A4C395}"/>
          </ac:spMkLst>
        </pc:spChg>
        <pc:spChg chg="del">
          <ac:chgData name="Luis guilherme De barros andrade faria" userId="S::luis.faria@student.torrens.edu.au::31e40991-e7d9-41d2-8af0-eeeeb0b0a000" providerId="AD" clId="Web-{0BC2E837-C3B4-9C50-FED3-2A6DBF417B5C}" dt="2025-11-27T00:45:07.062" v="1253"/>
          <ac:spMkLst>
            <pc:docMk/>
            <pc:sldMk cId="2451077623" sldId="305"/>
            <ac:spMk id="17" creationId="{B44004EA-8D8E-DB76-D2F3-611C00CC1079}"/>
          </ac:spMkLst>
        </pc:spChg>
        <pc:spChg chg="del mod">
          <ac:chgData name="Luis guilherme De barros andrade faria" userId="S::luis.faria@student.torrens.edu.au::31e40991-e7d9-41d2-8af0-eeeeb0b0a000" providerId="AD" clId="Web-{0BC2E837-C3B4-9C50-FED3-2A6DBF417B5C}" dt="2025-11-27T00:45:10.921" v="1259"/>
          <ac:spMkLst>
            <pc:docMk/>
            <pc:sldMk cId="2451077623" sldId="305"/>
            <ac:spMk id="19" creationId="{42004ACF-B4EB-5647-A362-B65A9FA20080}"/>
          </ac:spMkLst>
        </pc:spChg>
        <pc:picChg chg="add mod">
          <ac:chgData name="Luis guilherme De barros andrade faria" userId="S::luis.faria@student.torrens.edu.au::31e40991-e7d9-41d2-8af0-eeeeb0b0a000" providerId="AD" clId="Web-{0BC2E837-C3B4-9C50-FED3-2A6DBF417B5C}" dt="2025-11-27T03:34:17.076" v="1706" actId="1076"/>
          <ac:picMkLst>
            <pc:docMk/>
            <pc:sldMk cId="2451077623" sldId="305"/>
            <ac:picMk id="9" creationId="{7AF9B12D-EAB9-30F5-DB17-588102EE2A2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51C311-5120-8F4A-9B65-E00D7A2501C0}" type="datetimeFigureOut">
              <a:rPr lang="en-US" smtClean="0"/>
              <a:t>11/28/25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6578A5-61EA-7A49-8C82-A93B520830D4}" type="slidenum">
              <a:rPr lang="en-US" smtClean="0"/>
              <a:t>‹#›</a:t>
            </a:fld>
            <a:endParaRPr lang="en-US"/>
          </a:p>
        </p:txBody>
      </p:sp>
    </p:spTree>
    <p:extLst>
      <p:ext uri="{BB962C8B-B14F-4D97-AF65-F5344CB8AC3E}">
        <p14:creationId xmlns:p14="http://schemas.microsoft.com/office/powerpoint/2010/main" val="1449594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0ABAA-C371-75B3-BCB4-3D2114FF94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BE8818-376A-0E21-FD31-9A08A7355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B817C1-1FE7-39FD-C9CB-1BF2449513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4D6F59-700D-A0DF-600D-E9C2C81DFA19}"/>
              </a:ext>
            </a:extLst>
          </p:cNvPr>
          <p:cNvSpPr>
            <a:spLocks noGrp="1"/>
          </p:cNvSpPr>
          <p:nvPr>
            <p:ph type="sldNum" sz="quarter" idx="5"/>
          </p:nvPr>
        </p:nvSpPr>
        <p:spPr/>
        <p:txBody>
          <a:bodyPr/>
          <a:lstStyle/>
          <a:p>
            <a:fld id="{AB6578A5-61EA-7A49-8C82-A93B520830D4}" type="slidenum">
              <a:rPr lang="en-US" smtClean="0"/>
              <a:t>1</a:t>
            </a:fld>
            <a:endParaRPr lang="en-US"/>
          </a:p>
        </p:txBody>
      </p:sp>
    </p:spTree>
    <p:extLst>
      <p:ext uri="{BB962C8B-B14F-4D97-AF65-F5344CB8AC3E}">
        <p14:creationId xmlns:p14="http://schemas.microsoft.com/office/powerpoint/2010/main" val="26645314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E7275-8969-1DC2-14D2-B6D167414C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E99DB4-3D3A-2226-17D7-FDBCB10C6D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82850E-851D-BD2E-73E3-31C36032CC8F}"/>
              </a:ext>
            </a:extLst>
          </p:cNvPr>
          <p:cNvSpPr>
            <a:spLocks noGrp="1"/>
          </p:cNvSpPr>
          <p:nvPr>
            <p:ph type="body" idx="1"/>
          </p:nvPr>
        </p:nvSpPr>
        <p:spPr/>
        <p:txBody>
          <a:bodyPr/>
          <a:lstStyle/>
          <a:p>
            <a:endParaRPr lang="en-US" dirty="0">
              <a:solidFill>
                <a:srgbClr val="3B3B3B"/>
              </a:solidFill>
              <a:latin typeface="Aptos"/>
              <a:ea typeface="Calibri"/>
              <a:cs typeface="Calibri"/>
            </a:endParaRPr>
          </a:p>
        </p:txBody>
      </p:sp>
      <p:sp>
        <p:nvSpPr>
          <p:cNvPr id="4" name="Slide Number Placeholder 3">
            <a:extLst>
              <a:ext uri="{FF2B5EF4-FFF2-40B4-BE49-F238E27FC236}">
                <a16:creationId xmlns:a16="http://schemas.microsoft.com/office/drawing/2014/main" id="{A515020D-42B5-74A8-C07E-63806CF6F810}"/>
              </a:ext>
            </a:extLst>
          </p:cNvPr>
          <p:cNvSpPr>
            <a:spLocks noGrp="1"/>
          </p:cNvSpPr>
          <p:nvPr>
            <p:ph type="sldNum" sz="quarter" idx="5"/>
          </p:nvPr>
        </p:nvSpPr>
        <p:spPr/>
        <p:txBody>
          <a:bodyPr/>
          <a:lstStyle/>
          <a:p>
            <a:fld id="{AB6578A5-61EA-7A49-8C82-A93B520830D4}" type="slidenum">
              <a:rPr lang="en-US" smtClean="0"/>
              <a:t>2</a:t>
            </a:fld>
            <a:endParaRPr lang="en-US"/>
          </a:p>
        </p:txBody>
      </p:sp>
    </p:spTree>
    <p:extLst>
      <p:ext uri="{BB962C8B-B14F-4D97-AF65-F5344CB8AC3E}">
        <p14:creationId xmlns:p14="http://schemas.microsoft.com/office/powerpoint/2010/main" val="4016952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3168C-A021-11A4-CBFF-68258AF8D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F3CDB-483D-097E-9F57-F92BD3E638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4069BE-4AB5-8FAE-84BA-496BAAC03C5D}"/>
              </a:ext>
            </a:extLst>
          </p:cNvPr>
          <p:cNvSpPr>
            <a:spLocks noGrp="1"/>
          </p:cNvSpPr>
          <p:nvPr>
            <p:ph type="body" idx="1"/>
          </p:nvPr>
        </p:nvSpPr>
        <p:spPr/>
        <p:txBody>
          <a:bodyPr/>
          <a:lstStyle/>
          <a:p>
            <a:pPr>
              <a:buFont typeface="Calibri"/>
            </a:pPr>
            <a:endParaRPr lang="en-US" dirty="0">
              <a:latin typeface="Aptos"/>
              <a:ea typeface="Calibri"/>
              <a:cs typeface="Calibri"/>
            </a:endParaRPr>
          </a:p>
        </p:txBody>
      </p:sp>
      <p:sp>
        <p:nvSpPr>
          <p:cNvPr id="4" name="Slide Number Placeholder 3">
            <a:extLst>
              <a:ext uri="{FF2B5EF4-FFF2-40B4-BE49-F238E27FC236}">
                <a16:creationId xmlns:a16="http://schemas.microsoft.com/office/drawing/2014/main" id="{E4D2FE96-D3FD-7924-6A34-9F752DC4E222}"/>
              </a:ext>
            </a:extLst>
          </p:cNvPr>
          <p:cNvSpPr>
            <a:spLocks noGrp="1"/>
          </p:cNvSpPr>
          <p:nvPr>
            <p:ph type="sldNum" sz="quarter" idx="5"/>
          </p:nvPr>
        </p:nvSpPr>
        <p:spPr/>
        <p:txBody>
          <a:bodyPr/>
          <a:lstStyle/>
          <a:p>
            <a:fld id="{AB6578A5-61EA-7A49-8C82-A93B520830D4}" type="slidenum">
              <a:rPr lang="en-US" smtClean="0"/>
              <a:t>3</a:t>
            </a:fld>
            <a:endParaRPr lang="en-US"/>
          </a:p>
        </p:txBody>
      </p:sp>
    </p:spTree>
    <p:extLst>
      <p:ext uri="{BB962C8B-B14F-4D97-AF65-F5344CB8AC3E}">
        <p14:creationId xmlns:p14="http://schemas.microsoft.com/office/powerpoint/2010/main" val="3258438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F86A3-BE95-8484-A045-88BBB11F23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DF3958-3752-0186-3025-BF18794175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176FD2-CF91-739F-7636-4945AD009B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2FD664-2A0B-955E-6C8B-AB2AB001655A}"/>
              </a:ext>
            </a:extLst>
          </p:cNvPr>
          <p:cNvSpPr>
            <a:spLocks noGrp="1"/>
          </p:cNvSpPr>
          <p:nvPr>
            <p:ph type="sldNum" sz="quarter" idx="5"/>
          </p:nvPr>
        </p:nvSpPr>
        <p:spPr/>
        <p:txBody>
          <a:bodyPr/>
          <a:lstStyle/>
          <a:p>
            <a:fld id="{AB6578A5-61EA-7A49-8C82-A93B520830D4}" type="slidenum">
              <a:rPr lang="en-US" smtClean="0"/>
              <a:t>4</a:t>
            </a:fld>
            <a:endParaRPr lang="en-US"/>
          </a:p>
        </p:txBody>
      </p:sp>
    </p:spTree>
    <p:extLst>
      <p:ext uri="{BB962C8B-B14F-4D97-AF65-F5344CB8AC3E}">
        <p14:creationId xmlns:p14="http://schemas.microsoft.com/office/powerpoint/2010/main" val="11985714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C6B01-A055-DA28-34E2-403656FDF8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49B3BC-B3E2-F407-934C-F9E9152DE7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67EB04-C262-7165-14CE-1F749073C15E}"/>
              </a:ext>
            </a:extLst>
          </p:cNvPr>
          <p:cNvSpPr>
            <a:spLocks noGrp="1"/>
          </p:cNvSpPr>
          <p:nvPr>
            <p:ph type="body" idx="1"/>
          </p:nvPr>
        </p:nvSpPr>
        <p:spPr/>
        <p:txBody>
          <a:bodyPr/>
          <a:lstStyle/>
          <a:p>
            <a:endParaRPr lang="en-US" dirty="0">
              <a:solidFill>
                <a:srgbClr val="3B3B3B"/>
              </a:solidFill>
            </a:endParaRPr>
          </a:p>
        </p:txBody>
      </p:sp>
      <p:sp>
        <p:nvSpPr>
          <p:cNvPr id="4" name="Slide Number Placeholder 3">
            <a:extLst>
              <a:ext uri="{FF2B5EF4-FFF2-40B4-BE49-F238E27FC236}">
                <a16:creationId xmlns:a16="http://schemas.microsoft.com/office/drawing/2014/main" id="{3989D8AF-D699-FDB5-803C-5C33779FB2D8}"/>
              </a:ext>
            </a:extLst>
          </p:cNvPr>
          <p:cNvSpPr>
            <a:spLocks noGrp="1"/>
          </p:cNvSpPr>
          <p:nvPr>
            <p:ph type="sldNum" sz="quarter" idx="5"/>
          </p:nvPr>
        </p:nvSpPr>
        <p:spPr/>
        <p:txBody>
          <a:bodyPr/>
          <a:lstStyle/>
          <a:p>
            <a:fld id="{AB6578A5-61EA-7A49-8C82-A93B520830D4}" type="slidenum">
              <a:rPr lang="en-US" smtClean="0"/>
              <a:t>5</a:t>
            </a:fld>
            <a:endParaRPr lang="en-US"/>
          </a:p>
        </p:txBody>
      </p:sp>
    </p:spTree>
    <p:extLst>
      <p:ext uri="{BB962C8B-B14F-4D97-AF65-F5344CB8AC3E}">
        <p14:creationId xmlns:p14="http://schemas.microsoft.com/office/powerpoint/2010/main" val="2925012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63A66-5329-EF51-C5D9-5D61562755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A0A66-F45A-5BDD-12C3-0F344A8493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7267E9-B6BB-E2B4-53B9-42EEC56153A3}"/>
              </a:ext>
            </a:extLst>
          </p:cNvPr>
          <p:cNvSpPr>
            <a:spLocks noGrp="1"/>
          </p:cNvSpPr>
          <p:nvPr>
            <p:ph type="body" idx="1"/>
          </p:nvPr>
        </p:nvSpPr>
        <p:spPr/>
        <p:txBody>
          <a:bodyPr/>
          <a:lstStyle/>
          <a:p>
            <a:endParaRPr lang="en-US" dirty="0">
              <a:solidFill>
                <a:srgbClr val="3B3B3B"/>
              </a:solidFill>
            </a:endParaRPr>
          </a:p>
        </p:txBody>
      </p:sp>
      <p:sp>
        <p:nvSpPr>
          <p:cNvPr id="4" name="Slide Number Placeholder 3">
            <a:extLst>
              <a:ext uri="{FF2B5EF4-FFF2-40B4-BE49-F238E27FC236}">
                <a16:creationId xmlns:a16="http://schemas.microsoft.com/office/drawing/2014/main" id="{1D440DEE-3A0B-D7A6-395D-EEB5416C3806}"/>
              </a:ext>
            </a:extLst>
          </p:cNvPr>
          <p:cNvSpPr>
            <a:spLocks noGrp="1"/>
          </p:cNvSpPr>
          <p:nvPr>
            <p:ph type="sldNum" sz="quarter" idx="5"/>
          </p:nvPr>
        </p:nvSpPr>
        <p:spPr/>
        <p:txBody>
          <a:bodyPr/>
          <a:lstStyle/>
          <a:p>
            <a:fld id="{AB6578A5-61EA-7A49-8C82-A93B520830D4}" type="slidenum">
              <a:rPr lang="en-US" smtClean="0"/>
              <a:t>6</a:t>
            </a:fld>
            <a:endParaRPr lang="en-US"/>
          </a:p>
        </p:txBody>
      </p:sp>
    </p:spTree>
    <p:extLst>
      <p:ext uri="{BB962C8B-B14F-4D97-AF65-F5344CB8AC3E}">
        <p14:creationId xmlns:p14="http://schemas.microsoft.com/office/powerpoint/2010/main" val="31280957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95FAD-C269-C33A-C174-8686DAE46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33314-715F-AA14-3F11-8C80B7A95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C44DE8-73A4-5F71-BF56-153756BF144F}"/>
              </a:ext>
            </a:extLst>
          </p:cNvPr>
          <p:cNvSpPr>
            <a:spLocks noGrp="1"/>
          </p:cNvSpPr>
          <p:nvPr>
            <p:ph type="body" idx="1"/>
          </p:nvPr>
        </p:nvSpPr>
        <p:spPr/>
        <p:txBody>
          <a:bodyPr/>
          <a:lstStyle/>
          <a:p>
            <a:endParaRPr lang="en-US" dirty="0">
              <a:solidFill>
                <a:srgbClr val="3B3B3B"/>
              </a:solidFill>
            </a:endParaRPr>
          </a:p>
        </p:txBody>
      </p:sp>
      <p:sp>
        <p:nvSpPr>
          <p:cNvPr id="4" name="Slide Number Placeholder 3">
            <a:extLst>
              <a:ext uri="{FF2B5EF4-FFF2-40B4-BE49-F238E27FC236}">
                <a16:creationId xmlns:a16="http://schemas.microsoft.com/office/drawing/2014/main" id="{227603EB-2AFE-E116-AE30-37BB1C692A79}"/>
              </a:ext>
            </a:extLst>
          </p:cNvPr>
          <p:cNvSpPr>
            <a:spLocks noGrp="1"/>
          </p:cNvSpPr>
          <p:nvPr>
            <p:ph type="sldNum" sz="quarter" idx="5"/>
          </p:nvPr>
        </p:nvSpPr>
        <p:spPr/>
        <p:txBody>
          <a:bodyPr/>
          <a:lstStyle/>
          <a:p>
            <a:fld id="{AB6578A5-61EA-7A49-8C82-A93B520830D4}" type="slidenum">
              <a:rPr lang="en-US" smtClean="0"/>
              <a:t>7</a:t>
            </a:fld>
            <a:endParaRPr lang="en-US"/>
          </a:p>
        </p:txBody>
      </p:sp>
    </p:spTree>
    <p:extLst>
      <p:ext uri="{BB962C8B-B14F-4D97-AF65-F5344CB8AC3E}">
        <p14:creationId xmlns:p14="http://schemas.microsoft.com/office/powerpoint/2010/main" val="1582677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1FE27-256D-7B68-6541-5DD48B4580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1F4D84-7D0B-260D-10F9-DADD05AA85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648E89-CEA3-6210-993B-CE02CF077BAF}"/>
              </a:ext>
            </a:extLst>
          </p:cNvPr>
          <p:cNvSpPr>
            <a:spLocks noGrp="1"/>
          </p:cNvSpPr>
          <p:nvPr>
            <p:ph type="body" idx="1"/>
          </p:nvPr>
        </p:nvSpPr>
        <p:spPr/>
        <p:txBody>
          <a:bodyPr/>
          <a:lstStyle/>
          <a:p>
            <a:endParaRPr lang="en-US" dirty="0">
              <a:solidFill>
                <a:srgbClr val="3B3B3B"/>
              </a:solidFill>
            </a:endParaRPr>
          </a:p>
        </p:txBody>
      </p:sp>
      <p:sp>
        <p:nvSpPr>
          <p:cNvPr id="4" name="Slide Number Placeholder 3">
            <a:extLst>
              <a:ext uri="{FF2B5EF4-FFF2-40B4-BE49-F238E27FC236}">
                <a16:creationId xmlns:a16="http://schemas.microsoft.com/office/drawing/2014/main" id="{A3EE55A0-C928-A242-F16A-EA6FC372A8B1}"/>
              </a:ext>
            </a:extLst>
          </p:cNvPr>
          <p:cNvSpPr>
            <a:spLocks noGrp="1"/>
          </p:cNvSpPr>
          <p:nvPr>
            <p:ph type="sldNum" sz="quarter" idx="5"/>
          </p:nvPr>
        </p:nvSpPr>
        <p:spPr/>
        <p:txBody>
          <a:bodyPr/>
          <a:lstStyle/>
          <a:p>
            <a:fld id="{AB6578A5-61EA-7A49-8C82-A93B520830D4}" type="slidenum">
              <a:rPr lang="en-US" smtClean="0"/>
              <a:t>8</a:t>
            </a:fld>
            <a:endParaRPr lang="en-US"/>
          </a:p>
        </p:txBody>
      </p:sp>
    </p:spTree>
    <p:extLst>
      <p:ext uri="{BB962C8B-B14F-4D97-AF65-F5344CB8AC3E}">
        <p14:creationId xmlns:p14="http://schemas.microsoft.com/office/powerpoint/2010/main" val="12975025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1730D-F13D-07A2-4903-6F81F6B847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84B4E7-AF7C-FE5D-2DA5-153CCE6718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31E9A0-224E-C54F-7F5A-AEACEA8AA274}"/>
              </a:ext>
            </a:extLst>
          </p:cNvPr>
          <p:cNvSpPr>
            <a:spLocks noGrp="1"/>
          </p:cNvSpPr>
          <p:nvPr>
            <p:ph type="body" idx="1"/>
          </p:nvPr>
        </p:nvSpPr>
        <p:spPr/>
        <p:txBody>
          <a:bodyPr/>
          <a:lstStyle/>
          <a:p>
            <a:endParaRPr lang="en-US" dirty="0">
              <a:solidFill>
                <a:srgbClr val="3B3B3B"/>
              </a:solidFill>
            </a:endParaRPr>
          </a:p>
        </p:txBody>
      </p:sp>
      <p:sp>
        <p:nvSpPr>
          <p:cNvPr id="4" name="Slide Number Placeholder 3">
            <a:extLst>
              <a:ext uri="{FF2B5EF4-FFF2-40B4-BE49-F238E27FC236}">
                <a16:creationId xmlns:a16="http://schemas.microsoft.com/office/drawing/2014/main" id="{D694E0CE-37CE-7F4F-7831-4650C3612FD6}"/>
              </a:ext>
            </a:extLst>
          </p:cNvPr>
          <p:cNvSpPr>
            <a:spLocks noGrp="1"/>
          </p:cNvSpPr>
          <p:nvPr>
            <p:ph type="sldNum" sz="quarter" idx="5"/>
          </p:nvPr>
        </p:nvSpPr>
        <p:spPr/>
        <p:txBody>
          <a:bodyPr/>
          <a:lstStyle/>
          <a:p>
            <a:fld id="{AB6578A5-61EA-7A49-8C82-A93B520830D4}" type="slidenum">
              <a:rPr lang="en-US" smtClean="0"/>
              <a:t>9</a:t>
            </a:fld>
            <a:endParaRPr lang="en-US"/>
          </a:p>
        </p:txBody>
      </p:sp>
    </p:spTree>
    <p:extLst>
      <p:ext uri="{BB962C8B-B14F-4D97-AF65-F5344CB8AC3E}">
        <p14:creationId xmlns:p14="http://schemas.microsoft.com/office/powerpoint/2010/main" val="1772162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AB6578A5-61EA-7A49-8C82-A93B520830D4}" type="slidenum">
              <a:rPr lang="en-US" smtClean="0"/>
              <a:t>11</a:t>
            </a:fld>
            <a:endParaRPr lang="en-US"/>
          </a:p>
        </p:txBody>
      </p:sp>
    </p:spTree>
    <p:extLst>
      <p:ext uri="{BB962C8B-B14F-4D97-AF65-F5344CB8AC3E}">
        <p14:creationId xmlns:p14="http://schemas.microsoft.com/office/powerpoint/2010/main" val="4098248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6286F-B8F5-395A-247D-7BF891EBA5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91D8B5-47D4-BB73-4B61-3A1985A188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5AC9A-2DC5-7469-D91E-74630595DD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C08C37-7EA5-F44E-C2C5-6EC903CCCC52}"/>
              </a:ext>
            </a:extLst>
          </p:cNvPr>
          <p:cNvSpPr>
            <a:spLocks noGrp="1"/>
          </p:cNvSpPr>
          <p:nvPr>
            <p:ph type="sldNum" sz="quarter" idx="5"/>
          </p:nvPr>
        </p:nvSpPr>
        <p:spPr/>
        <p:txBody>
          <a:bodyPr/>
          <a:lstStyle/>
          <a:p>
            <a:fld id="{AB6578A5-61EA-7A49-8C82-A93B520830D4}" type="slidenum">
              <a:rPr lang="en-US" smtClean="0"/>
              <a:t>12</a:t>
            </a:fld>
            <a:endParaRPr lang="en-US"/>
          </a:p>
        </p:txBody>
      </p:sp>
    </p:spTree>
    <p:extLst>
      <p:ext uri="{BB962C8B-B14F-4D97-AF65-F5344CB8AC3E}">
        <p14:creationId xmlns:p14="http://schemas.microsoft.com/office/powerpoint/2010/main" val="2614823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11/28/25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519574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11/28/25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14265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11/28/25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32372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11/28/25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61795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11/28/25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54854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11/28/25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68396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11/28/25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71096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11/28/25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88169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11/28/25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59263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11/28/25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61194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11/28/25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95781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11/28/25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5464112"/>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1" r:id="rId6"/>
    <p:sldLayoutId id="2147483697" r:id="rId7"/>
    <p:sldLayoutId id="2147483698" r:id="rId8"/>
    <p:sldLayoutId id="2147483699" r:id="rId9"/>
    <p:sldLayoutId id="2147483700" r:id="rId10"/>
    <p:sldLayoutId id="2147483702"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6.svg"/><Relationship Id="rId2" Type="http://schemas.openxmlformats.org/officeDocument/2006/relationships/slideLayout" Target="../slideLayouts/slideLayout5.xml"/><Relationship Id="rId1" Type="http://schemas.openxmlformats.org/officeDocument/2006/relationships/tags" Target="../tags/tag2.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4.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5.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6.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7.xml"/><Relationship Id="rId6" Type="http://schemas.openxmlformats.org/officeDocument/2006/relationships/image" Target="../media/image10.png"/><Relationship Id="rId5" Type="http://schemas.openxmlformats.org/officeDocument/2006/relationships/image" Target="../media/image2.png"/><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8.xml"/><Relationship Id="rId5" Type="http://schemas.openxmlformats.org/officeDocument/2006/relationships/image" Target="../media/image2.png"/><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9.xml"/><Relationship Id="rId6" Type="http://schemas.openxmlformats.org/officeDocument/2006/relationships/image" Target="../media/image11.png"/><Relationship Id="rId5" Type="http://schemas.openxmlformats.org/officeDocument/2006/relationships/image" Target="../media/image2.png"/><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hyperlink" Target="https://doi.org/10.1177/14707853231195003" TargetMode="External"/><Relationship Id="rId13" Type="http://schemas.openxmlformats.org/officeDocument/2006/relationships/hyperlink" Target="https://doi.org/10.1016/j.infsof.2021.106678" TargetMode="External"/><Relationship Id="rId3" Type="http://schemas.openxmlformats.org/officeDocument/2006/relationships/notesSlide" Target="../notesSlides/notesSlide10.xml"/><Relationship Id="rId7" Type="http://schemas.openxmlformats.org/officeDocument/2006/relationships/hyperlink" Target="https://doi.org/10.1109/TEM.2022.3189599" TargetMode="External"/><Relationship Id="rId12" Type="http://schemas.openxmlformats.org/officeDocument/2006/relationships/hyperlink" Target="https://doi.org/10.2196/69699" TargetMode="Externa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hyperlink" Target="https://doi.org/10.3390/bdcc8120167" TargetMode="External"/><Relationship Id="rId11" Type="http://schemas.openxmlformats.org/officeDocument/2006/relationships/hyperlink" Target="https://doi.org/10.4135/9781544316499" TargetMode="External"/><Relationship Id="rId5" Type="http://schemas.openxmlformats.org/officeDocument/2006/relationships/image" Target="../media/image2.png"/><Relationship Id="rId10" Type="http://schemas.openxmlformats.org/officeDocument/2006/relationships/hyperlink" Target="https://doi.org/10.1177/1077800413513733" TargetMode="External"/><Relationship Id="rId4" Type="http://schemas.openxmlformats.org/officeDocument/2006/relationships/image" Target="../media/image12.jpeg"/><Relationship Id="rId9" Type="http://schemas.openxmlformats.org/officeDocument/2006/relationships/hyperlink" Target="https://doi.org/10.1016/j.ijhm.2022.103405" TargetMode="External"/><Relationship Id="rId14" Type="http://schemas.openxmlformats.org/officeDocument/2006/relationships/hyperlink" Target="https://doi.org/10.1016/j.cie.2022.108186"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989FF2-C088-E075-779D-4801271E52F5}"/>
            </a:ext>
          </a:extLst>
        </p:cNvPr>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A8B328A1-9230-E65D-292F-635BDA9C8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ectangle 1053">
            <a:extLst>
              <a:ext uri="{FF2B5EF4-FFF2-40B4-BE49-F238E27FC236}">
                <a16:creationId xmlns:a16="http://schemas.microsoft.com/office/drawing/2014/main" id="{A32BF3B1-D9E9-EEEE-6B58-7E9D99164F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85000"/>
              <a:lumOff val="1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Project - Torrens University Australia">
            <a:extLst>
              <a:ext uri="{FF2B5EF4-FFF2-40B4-BE49-F238E27FC236}">
                <a16:creationId xmlns:a16="http://schemas.microsoft.com/office/drawing/2014/main" id="{AB9BB1C8-9C3A-ED82-7D38-C738062D5FD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0" t="22927" r="14780" b="5213"/>
          <a:stretch>
            <a:fillRect/>
          </a:stretch>
        </p:blipFill>
        <p:spPr bwMode="auto">
          <a:xfrm>
            <a:off x="0" y="0"/>
            <a:ext cx="12168938" cy="6857009"/>
          </a:xfrm>
          <a:prstGeom prst="rect">
            <a:avLst/>
          </a:prstGeom>
          <a:noFill/>
          <a:extLst>
            <a:ext uri="{909E8E84-426E-40DD-AFC4-6F175D3DCCD1}">
              <a14:hiddenFill xmlns:a14="http://schemas.microsoft.com/office/drawing/2010/main">
                <a:solidFill>
                  <a:srgbClr val="FFFFFF"/>
                </a:solidFill>
              </a14:hiddenFill>
            </a:ext>
          </a:extLst>
        </p:spPr>
      </p:pic>
      <p:cxnSp>
        <p:nvCxnSpPr>
          <p:cNvPr id="1056" name="Straight Connector 1055">
            <a:extLst>
              <a:ext uri="{FF2B5EF4-FFF2-40B4-BE49-F238E27FC236}">
                <a16:creationId xmlns:a16="http://schemas.microsoft.com/office/drawing/2014/main" id="{F0F149AC-0210-821D-6ABE-F9226028F4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181132E8-D640-C202-C697-13F5788379B7}"/>
              </a:ext>
            </a:extLst>
          </p:cNvPr>
          <p:cNvSpPr/>
          <p:nvPr/>
        </p:nvSpPr>
        <p:spPr>
          <a:xfrm>
            <a:off x="1" y="-991"/>
            <a:ext cx="12192000" cy="6857009"/>
          </a:xfrm>
          <a:prstGeom prst="rect">
            <a:avLst/>
          </a:prstGeom>
          <a:solidFill>
            <a:srgbClr val="FF4F00">
              <a:alpha val="29779"/>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B4F74D6-7326-3018-1B29-EF661DAB7690}"/>
              </a:ext>
            </a:extLst>
          </p:cNvPr>
          <p:cNvSpPr/>
          <p:nvPr/>
        </p:nvSpPr>
        <p:spPr>
          <a:xfrm>
            <a:off x="140868" y="178986"/>
            <a:ext cx="11887201" cy="6497053"/>
          </a:xfrm>
          <a:prstGeom prst="rect">
            <a:avLst/>
          </a:prstGeom>
          <a:solidFill>
            <a:schemeClr val="tx1">
              <a:alpha val="59644"/>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049363A-6202-64B5-A6D1-8E98923DA2F4}"/>
              </a:ext>
            </a:extLst>
          </p:cNvPr>
          <p:cNvSpPr/>
          <p:nvPr/>
        </p:nvSpPr>
        <p:spPr>
          <a:xfrm>
            <a:off x="140868" y="177004"/>
            <a:ext cx="11887201" cy="5770448"/>
          </a:xfrm>
          <a:prstGeom prst="rect">
            <a:avLst/>
          </a:prstGeom>
          <a:solidFill>
            <a:schemeClr val="tx1">
              <a:alpha val="59644"/>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678E3D-B3CA-4B85-82FE-D1997C337C11}"/>
              </a:ext>
            </a:extLst>
          </p:cNvPr>
          <p:cNvSpPr>
            <a:spLocks noGrp="1"/>
          </p:cNvSpPr>
          <p:nvPr>
            <p:ph type="ctrTitle"/>
          </p:nvPr>
        </p:nvSpPr>
        <p:spPr>
          <a:xfrm>
            <a:off x="514635" y="3363489"/>
            <a:ext cx="5143113" cy="1639846"/>
          </a:xfrm>
        </p:spPr>
        <p:txBody>
          <a:bodyPr>
            <a:noAutofit/>
          </a:bodyPr>
          <a:lstStyle/>
          <a:p>
            <a:r>
              <a:rPr lang="en-US" sz="1600" dirty="0">
                <a:solidFill>
                  <a:schemeClr val="bg1"/>
                </a:solidFill>
              </a:rPr>
              <a:t>RESEARCH PROPOSAL | ASSESSMENT 3</a:t>
            </a:r>
            <a:br>
              <a:rPr lang="en-US" sz="1600" dirty="0">
                <a:solidFill>
                  <a:schemeClr val="bg1"/>
                </a:solidFill>
              </a:rPr>
            </a:br>
            <a:br>
              <a:rPr lang="en-US" sz="1600" dirty="0">
                <a:solidFill>
                  <a:schemeClr val="bg1"/>
                </a:solidFill>
              </a:rPr>
            </a:br>
            <a:r>
              <a:rPr lang="en-US" sz="1600" dirty="0">
                <a:solidFill>
                  <a:schemeClr val="bg1"/>
                </a:solidFill>
              </a:rPr>
              <a:t>RESEARCH METHODOLOGIES</a:t>
            </a:r>
            <a:br>
              <a:rPr lang="en-US" sz="1600" dirty="0">
                <a:solidFill>
                  <a:schemeClr val="bg1"/>
                </a:solidFill>
              </a:rPr>
            </a:br>
            <a:r>
              <a:rPr lang="en-US" sz="1600" dirty="0">
                <a:solidFill>
                  <a:schemeClr val="bg1"/>
                </a:solidFill>
              </a:rPr>
              <a:t>Prof Dr. BUSHRA NAEEM</a:t>
            </a:r>
            <a:br>
              <a:rPr lang="en-US" sz="1600" dirty="0">
                <a:solidFill>
                  <a:schemeClr val="bg1"/>
                </a:solidFill>
              </a:rPr>
            </a:br>
            <a:br>
              <a:rPr lang="en-US" sz="1600" dirty="0">
                <a:solidFill>
                  <a:schemeClr val="bg1"/>
                </a:solidFill>
              </a:rPr>
            </a:br>
            <a:r>
              <a:rPr lang="en-US" sz="1600" dirty="0">
                <a:solidFill>
                  <a:schemeClr val="bg1"/>
                </a:solidFill>
              </a:rPr>
              <a:t>LUIS G. B. A. FARIA – ID A00187785</a:t>
            </a:r>
            <a:br>
              <a:rPr lang="en-US" sz="1600" dirty="0">
                <a:solidFill>
                  <a:schemeClr val="bg1"/>
                </a:solidFill>
              </a:rPr>
            </a:br>
            <a:br>
              <a:rPr lang="en-US" sz="1600" dirty="0"/>
            </a:br>
            <a:endParaRPr lang="en-US" sz="1800" dirty="0">
              <a:solidFill>
                <a:schemeClr val="bg1"/>
              </a:solidFill>
            </a:endParaRPr>
          </a:p>
        </p:txBody>
      </p:sp>
      <p:sp>
        <p:nvSpPr>
          <p:cNvPr id="4" name="TextBox 3">
            <a:extLst>
              <a:ext uri="{FF2B5EF4-FFF2-40B4-BE49-F238E27FC236}">
                <a16:creationId xmlns:a16="http://schemas.microsoft.com/office/drawing/2014/main" id="{A2D82127-780F-EFF0-5E45-D20ADA32A7E8}"/>
              </a:ext>
            </a:extLst>
          </p:cNvPr>
          <p:cNvSpPr txBox="1"/>
          <p:nvPr/>
        </p:nvSpPr>
        <p:spPr>
          <a:xfrm>
            <a:off x="514635" y="721918"/>
            <a:ext cx="11139666"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600" b="1" dirty="0">
                <a:solidFill>
                  <a:srgbClr val="EE6F00"/>
                </a:solidFill>
              </a:rPr>
              <a:t>E</a:t>
            </a:r>
            <a:r>
              <a:rPr lang="en-US" sz="4400" b="1" dirty="0">
                <a:solidFill>
                  <a:schemeClr val="bg1"/>
                </a:solidFill>
              </a:rPr>
              <a:t>xploring the relationship between </a:t>
            </a:r>
          </a:p>
          <a:p>
            <a:r>
              <a:rPr lang="en-US" sz="4400" b="1" i="1" dirty="0">
                <a:solidFill>
                  <a:schemeClr val="bg1"/>
                </a:solidFill>
              </a:rPr>
              <a:t>Net Promoter Score </a:t>
            </a:r>
            <a:r>
              <a:rPr lang="en-US" sz="4400" dirty="0">
                <a:solidFill>
                  <a:schemeClr val="bg1"/>
                </a:solidFill>
              </a:rPr>
              <a:t>and</a:t>
            </a:r>
            <a:r>
              <a:rPr lang="en-US" sz="4400" b="1" dirty="0">
                <a:solidFill>
                  <a:schemeClr val="bg1"/>
                </a:solidFill>
              </a:rPr>
              <a:t> </a:t>
            </a:r>
            <a:r>
              <a:rPr lang="en-US" sz="4400" b="1" i="1" dirty="0">
                <a:solidFill>
                  <a:schemeClr val="bg1"/>
                </a:solidFill>
              </a:rPr>
              <a:t>Revenue Growth</a:t>
            </a:r>
            <a:r>
              <a:rPr lang="en-US" sz="4400" b="1" dirty="0">
                <a:solidFill>
                  <a:srgbClr val="EE6F00"/>
                </a:solidFill>
              </a:rPr>
              <a:t> </a:t>
            </a:r>
          </a:p>
          <a:p>
            <a:r>
              <a:rPr lang="en-US" sz="4400" dirty="0">
                <a:solidFill>
                  <a:schemeClr val="bg1"/>
                </a:solidFill>
              </a:rPr>
              <a:t>in</a:t>
            </a:r>
            <a:r>
              <a:rPr lang="en-US" sz="4400" b="1" dirty="0">
                <a:solidFill>
                  <a:schemeClr val="bg1"/>
                </a:solidFill>
              </a:rPr>
              <a:t> Healthcare Clinics</a:t>
            </a:r>
          </a:p>
        </p:txBody>
      </p:sp>
      <p:sp>
        <p:nvSpPr>
          <p:cNvPr id="10" name="TextBox 9">
            <a:extLst>
              <a:ext uri="{FF2B5EF4-FFF2-40B4-BE49-F238E27FC236}">
                <a16:creationId xmlns:a16="http://schemas.microsoft.com/office/drawing/2014/main" id="{65B2395F-A02C-F893-1DCB-E96BCE851D20}"/>
              </a:ext>
            </a:extLst>
          </p:cNvPr>
          <p:cNvSpPr txBox="1"/>
          <p:nvPr/>
        </p:nvSpPr>
        <p:spPr>
          <a:xfrm>
            <a:off x="2791326" y="180474"/>
            <a:ext cx="184731" cy="369332"/>
          </a:xfrm>
          <a:prstGeom prst="rect">
            <a:avLst/>
          </a:prstGeom>
          <a:noFill/>
        </p:spPr>
        <p:txBody>
          <a:bodyPr wrap="none" rtlCol="0">
            <a:spAutoFit/>
          </a:bodyPr>
          <a:lstStyle/>
          <a:p>
            <a:endParaRPr lang="en-US"/>
          </a:p>
        </p:txBody>
      </p:sp>
      <p:sp>
        <p:nvSpPr>
          <p:cNvPr id="5" name="TextBox 4">
            <a:extLst>
              <a:ext uri="{FF2B5EF4-FFF2-40B4-BE49-F238E27FC236}">
                <a16:creationId xmlns:a16="http://schemas.microsoft.com/office/drawing/2014/main" id="{516DF210-EF2A-DA8E-6A8B-5C28B8780B18}"/>
              </a:ext>
            </a:extLst>
          </p:cNvPr>
          <p:cNvSpPr txBox="1"/>
          <p:nvPr/>
        </p:nvSpPr>
        <p:spPr>
          <a:xfrm>
            <a:off x="9667672" y="6119564"/>
            <a:ext cx="22872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solidFill>
                  <a:srgbClr val="FFFFFF"/>
                </a:solidFill>
                <a:latin typeface="Univers Condensed"/>
                <a:cs typeface="Segoe UI"/>
              </a:rPr>
              <a:t>December, 2025</a:t>
            </a:r>
          </a:p>
        </p:txBody>
      </p:sp>
      <p:pic>
        <p:nvPicPr>
          <p:cNvPr id="6" name="Picture 5" descr="Torrens University Australia research repository - Browse">
            <a:extLst>
              <a:ext uri="{FF2B5EF4-FFF2-40B4-BE49-F238E27FC236}">
                <a16:creationId xmlns:a16="http://schemas.microsoft.com/office/drawing/2014/main" id="{670EC34F-6108-D17E-B443-77A68F98C07C}"/>
              </a:ext>
            </a:extLst>
          </p:cNvPr>
          <p:cNvPicPr>
            <a:picLocks noChangeAspect="1"/>
          </p:cNvPicPr>
          <p:nvPr/>
        </p:nvPicPr>
        <p:blipFill>
          <a:blip r:embed="rId5"/>
          <a:stretch>
            <a:fillRect/>
          </a:stretch>
        </p:blipFill>
        <p:spPr>
          <a:xfrm>
            <a:off x="514635" y="5929437"/>
            <a:ext cx="1397369" cy="749586"/>
          </a:xfrm>
          <a:prstGeom prst="rect">
            <a:avLst/>
          </a:prstGeom>
        </p:spPr>
      </p:pic>
      <p:pic>
        <p:nvPicPr>
          <p:cNvPr id="3" name="Picture 2" descr="A screenshot of a game&#10;&#10;AI-generated content may be incorrect.">
            <a:extLst>
              <a:ext uri="{FF2B5EF4-FFF2-40B4-BE49-F238E27FC236}">
                <a16:creationId xmlns:a16="http://schemas.microsoft.com/office/drawing/2014/main" id="{F769C620-DEC1-CF8E-6547-8793C944BF08}"/>
              </a:ext>
            </a:extLst>
          </p:cNvPr>
          <p:cNvPicPr>
            <a:picLocks noChangeAspect="1"/>
          </p:cNvPicPr>
          <p:nvPr/>
        </p:nvPicPr>
        <p:blipFill>
          <a:blip r:embed="rId6"/>
          <a:stretch>
            <a:fillRect/>
          </a:stretch>
        </p:blipFill>
        <p:spPr>
          <a:xfrm>
            <a:off x="7630839" y="4182789"/>
            <a:ext cx="4077357" cy="1474733"/>
          </a:xfrm>
          <a:prstGeom prst="rect">
            <a:avLst/>
          </a:prstGeom>
        </p:spPr>
      </p:pic>
      <p:sp>
        <p:nvSpPr>
          <p:cNvPr id="11" name="Title 1">
            <a:extLst>
              <a:ext uri="{FF2B5EF4-FFF2-40B4-BE49-F238E27FC236}">
                <a16:creationId xmlns:a16="http://schemas.microsoft.com/office/drawing/2014/main" id="{CB434222-62B0-60F5-B75A-AB22E4559251}"/>
              </a:ext>
            </a:extLst>
          </p:cNvPr>
          <p:cNvSpPr txBox="1">
            <a:spLocks/>
          </p:cNvSpPr>
          <p:nvPr/>
        </p:nvSpPr>
        <p:spPr>
          <a:xfrm>
            <a:off x="7958586" y="3726095"/>
            <a:ext cx="3435182" cy="470571"/>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5400" kern="1200" cap="all" spc="30" baseline="0">
                <a:solidFill>
                  <a:schemeClr val="tx1"/>
                </a:solidFill>
                <a:latin typeface="+mj-lt"/>
                <a:ea typeface="+mj-ea"/>
                <a:cs typeface="+mj-cs"/>
              </a:defRPr>
            </a:lvl1pPr>
          </a:lstStyle>
          <a:p>
            <a:pPr algn="ctr"/>
            <a:r>
              <a:rPr lang="en-US" sz="1600">
                <a:solidFill>
                  <a:schemeClr val="bg1"/>
                </a:solidFill>
              </a:rPr>
              <a:t>WHAT IS NET PROMOTER SCORE???</a:t>
            </a:r>
            <a:endParaRPr lang="en-US">
              <a:solidFill>
                <a:schemeClr val="bg1"/>
              </a:solidFill>
            </a:endParaRPr>
          </a:p>
        </p:txBody>
      </p:sp>
    </p:spTree>
    <p:custDataLst>
      <p:tags r:id="rId1"/>
    </p:custDataLst>
    <p:extLst>
      <p:ext uri="{BB962C8B-B14F-4D97-AF65-F5344CB8AC3E}">
        <p14:creationId xmlns:p14="http://schemas.microsoft.com/office/powerpoint/2010/main" val="1502026284"/>
      </p:ext>
    </p:extLst>
  </p:cSld>
  <p:clrMapOvr>
    <a:masterClrMapping/>
  </p:clrMapOvr>
  <mc:AlternateContent xmlns:mc="http://schemas.openxmlformats.org/markup-compatibility/2006" xmlns:p14="http://schemas.microsoft.com/office/powerpoint/2010/main">
    <mc:Choice Requires="p14">
      <p:transition spd="slow" p14:dur="2000" advTm="51504"/>
    </mc:Choice>
    <mc:Fallback xmlns="">
      <p:transition spd="slow" advTm="515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244E7-0B41-AAC3-FA6E-F2CD86543E9A}"/>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FCCB9EB0-B803-7B77-8058-136A8587A655}"/>
              </a:ext>
            </a:extLst>
          </p:cNvPr>
          <p:cNvSpPr/>
          <p:nvPr/>
        </p:nvSpPr>
        <p:spPr>
          <a:xfrm>
            <a:off x="4097547" y="-14377"/>
            <a:ext cx="3994124" cy="6867827"/>
          </a:xfrm>
          <a:prstGeom prst="rect">
            <a:avLst/>
          </a:prstGeom>
          <a:solidFill>
            <a:schemeClr val="tx1">
              <a:lumMod val="75000"/>
              <a:lumOff val="2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613B3CF-702E-3B67-8578-2BEEBB718E37}"/>
              </a:ext>
            </a:extLst>
          </p:cNvPr>
          <p:cNvSpPr/>
          <p:nvPr/>
        </p:nvSpPr>
        <p:spPr>
          <a:xfrm>
            <a:off x="-1" y="-14378"/>
            <a:ext cx="3994124" cy="6867827"/>
          </a:xfrm>
          <a:prstGeom prst="rect">
            <a:avLst/>
          </a:prstGeom>
          <a:solidFill>
            <a:schemeClr val="tx1">
              <a:lumMod val="50000"/>
              <a:lumOff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C514F3B-B3B2-86E6-9D3B-7B6E8C352CFF}"/>
              </a:ext>
            </a:extLst>
          </p:cNvPr>
          <p:cNvSpPr/>
          <p:nvPr/>
        </p:nvSpPr>
        <p:spPr>
          <a:xfrm>
            <a:off x="8195094" y="-14377"/>
            <a:ext cx="3994124" cy="6867827"/>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person in blue shirt writing on white paper">
            <a:extLst>
              <a:ext uri="{FF2B5EF4-FFF2-40B4-BE49-F238E27FC236}">
                <a16:creationId xmlns:a16="http://schemas.microsoft.com/office/drawing/2014/main" id="{B1451EB5-5853-8D77-4A8F-5C434724F9B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342" b="7640"/>
          <a:stretch>
            <a:fillRect/>
          </a:stretch>
        </p:blipFill>
        <p:spPr bwMode="auto">
          <a:xfrm>
            <a:off x="2782" y="-14378"/>
            <a:ext cx="12186435" cy="686271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8DB6ADB5-69AB-BB6B-1003-E73C127F7105}"/>
              </a:ext>
            </a:extLst>
          </p:cNvPr>
          <p:cNvSpPr/>
          <p:nvPr/>
        </p:nvSpPr>
        <p:spPr>
          <a:xfrm>
            <a:off x="-1" y="-19493"/>
            <a:ext cx="12196894" cy="6941264"/>
          </a:xfrm>
          <a:prstGeom prst="rect">
            <a:avLst/>
          </a:prstGeom>
          <a:solidFill>
            <a:srgbClr val="000000">
              <a:alpha val="64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5490ED37-F240-365C-68E9-0CD27B1A219F}"/>
              </a:ext>
            </a:extLst>
          </p:cNvPr>
          <p:cNvSpPr/>
          <p:nvPr/>
        </p:nvSpPr>
        <p:spPr>
          <a:xfrm>
            <a:off x="676966" y="1928858"/>
            <a:ext cx="10838067" cy="1500142"/>
          </a:xfrm>
          <a:prstGeom prst="rect">
            <a:avLst/>
          </a:prstGeom>
          <a:solidFill>
            <a:srgbClr val="000000">
              <a:alpha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2F2F2"/>
              </a:solidFill>
            </a:endParaRPr>
          </a:p>
        </p:txBody>
      </p:sp>
      <p:sp>
        <p:nvSpPr>
          <p:cNvPr id="3" name="Content Placeholder 2">
            <a:extLst>
              <a:ext uri="{FF2B5EF4-FFF2-40B4-BE49-F238E27FC236}">
                <a16:creationId xmlns:a16="http://schemas.microsoft.com/office/drawing/2014/main" id="{A823D2E9-331E-203A-D7D4-6AF57C725E3F}"/>
              </a:ext>
            </a:extLst>
          </p:cNvPr>
          <p:cNvSpPr>
            <a:spLocks noGrp="1"/>
          </p:cNvSpPr>
          <p:nvPr>
            <p:ph sz="half" idx="2"/>
          </p:nvPr>
        </p:nvSpPr>
        <p:spPr>
          <a:xfrm>
            <a:off x="875879" y="2126431"/>
            <a:ext cx="10470703" cy="1080951"/>
          </a:xfrm>
        </p:spPr>
        <p:txBody>
          <a:bodyPr vert="horz" lIns="91440" tIns="45720" rIns="91440" bIns="45720" rtlCol="0" anchor="ctr">
            <a:noAutofit/>
          </a:bodyPr>
          <a:lstStyle/>
          <a:p>
            <a:pPr marL="0" indent="0">
              <a:buNone/>
            </a:pPr>
            <a:r>
              <a:rPr lang="en-US" sz="3200" dirty="0">
                <a:solidFill>
                  <a:schemeClr val="bg1"/>
                </a:solidFill>
              </a:rPr>
              <a:t>NPS widely adopted → But never validated against revenue</a:t>
            </a:r>
          </a:p>
        </p:txBody>
      </p:sp>
      <p:sp>
        <p:nvSpPr>
          <p:cNvPr id="8" name="Rectangle 7">
            <a:extLst>
              <a:ext uri="{FF2B5EF4-FFF2-40B4-BE49-F238E27FC236}">
                <a16:creationId xmlns:a16="http://schemas.microsoft.com/office/drawing/2014/main" id="{1390C7DF-9133-C087-5AC1-427AF9EA37DB}"/>
              </a:ext>
            </a:extLst>
          </p:cNvPr>
          <p:cNvSpPr/>
          <p:nvPr/>
        </p:nvSpPr>
        <p:spPr>
          <a:xfrm>
            <a:off x="676966" y="3695994"/>
            <a:ext cx="10838067" cy="2128999"/>
          </a:xfrm>
          <a:prstGeom prst="rect">
            <a:avLst/>
          </a:prstGeom>
          <a:solidFill>
            <a:srgbClr val="000000">
              <a:alpha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2F2F2"/>
              </a:solidFill>
            </a:endParaRPr>
          </a:p>
        </p:txBody>
      </p:sp>
      <p:sp>
        <p:nvSpPr>
          <p:cNvPr id="23" name="Content Placeholder 2">
            <a:extLst>
              <a:ext uri="{FF2B5EF4-FFF2-40B4-BE49-F238E27FC236}">
                <a16:creationId xmlns:a16="http://schemas.microsoft.com/office/drawing/2014/main" id="{3B3E108B-950A-849F-5B15-73FBFA203F43}"/>
              </a:ext>
            </a:extLst>
          </p:cNvPr>
          <p:cNvSpPr txBox="1">
            <a:spLocks/>
          </p:cNvSpPr>
          <p:nvPr/>
        </p:nvSpPr>
        <p:spPr>
          <a:xfrm>
            <a:off x="875880" y="4006622"/>
            <a:ext cx="10470702" cy="1483698"/>
          </a:xfrm>
          <a:prstGeom prst="rect">
            <a:avLst/>
          </a:prstGeom>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a:solidFill>
                  <a:schemeClr val="bg1"/>
                </a:solidFill>
              </a:rPr>
              <a:t>RQ1: Can NPS predict revenue growth?</a:t>
            </a:r>
          </a:p>
          <a:p>
            <a:pPr marL="0" indent="0">
              <a:buNone/>
            </a:pPr>
            <a:r>
              <a:rPr lang="en-US" sz="3200" dirty="0">
                <a:solidFill>
                  <a:schemeClr val="bg1"/>
                </a:solidFill>
              </a:rPr>
              <a:t>RQ2: How strong is this correlation?</a:t>
            </a:r>
          </a:p>
        </p:txBody>
      </p:sp>
      <p:pic>
        <p:nvPicPr>
          <p:cNvPr id="10" name="Picture 9" descr="Torrens University Australia research repository - Browse">
            <a:extLst>
              <a:ext uri="{FF2B5EF4-FFF2-40B4-BE49-F238E27FC236}">
                <a16:creationId xmlns:a16="http://schemas.microsoft.com/office/drawing/2014/main" id="{117C5C0D-4BB5-E437-67AC-A09C4F54122B}"/>
              </a:ext>
            </a:extLst>
          </p:cNvPr>
          <p:cNvPicPr>
            <a:picLocks noChangeAspect="1"/>
          </p:cNvPicPr>
          <p:nvPr/>
        </p:nvPicPr>
        <p:blipFill>
          <a:blip r:embed="rId5"/>
          <a:stretch>
            <a:fillRect/>
          </a:stretch>
        </p:blipFill>
        <p:spPr>
          <a:xfrm>
            <a:off x="10810326" y="6179120"/>
            <a:ext cx="1384454" cy="742651"/>
          </a:xfrm>
          <a:prstGeom prst="rect">
            <a:avLst/>
          </a:prstGeom>
        </p:spPr>
      </p:pic>
      <p:sp>
        <p:nvSpPr>
          <p:cNvPr id="9" name="TextBox 8">
            <a:extLst>
              <a:ext uri="{FF2B5EF4-FFF2-40B4-BE49-F238E27FC236}">
                <a16:creationId xmlns:a16="http://schemas.microsoft.com/office/drawing/2014/main" id="{30E61EEB-18B1-C85C-1C88-CC728FBEB7D8}"/>
              </a:ext>
            </a:extLst>
          </p:cNvPr>
          <p:cNvSpPr txBox="1"/>
          <p:nvPr/>
        </p:nvSpPr>
        <p:spPr>
          <a:xfrm>
            <a:off x="446900" y="304632"/>
            <a:ext cx="723405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rgbClr val="EE6F00"/>
                </a:solidFill>
              </a:rPr>
              <a:t>T</a:t>
            </a:r>
            <a:r>
              <a:rPr lang="en-US" sz="3200" b="1" dirty="0">
                <a:solidFill>
                  <a:schemeClr val="bg1"/>
                </a:solidFill>
              </a:rPr>
              <a:t>HE </a:t>
            </a:r>
            <a:r>
              <a:rPr lang="en-US" sz="4000" b="1" dirty="0">
                <a:solidFill>
                  <a:srgbClr val="EE6F00"/>
                </a:solidFill>
              </a:rPr>
              <a:t>P</a:t>
            </a:r>
            <a:r>
              <a:rPr lang="en-US" sz="3200" b="1" dirty="0">
                <a:solidFill>
                  <a:schemeClr val="bg1"/>
                </a:solidFill>
              </a:rPr>
              <a:t>ROBLEM</a:t>
            </a:r>
            <a:endParaRPr lang="en-US" sz="1200" b="1" dirty="0">
              <a:solidFill>
                <a:schemeClr val="bg1"/>
              </a:solidFill>
              <a:cs typeface="Segoe UI"/>
            </a:endParaRPr>
          </a:p>
        </p:txBody>
      </p:sp>
      <p:sp>
        <p:nvSpPr>
          <p:cNvPr id="11" name="Rectangle 10">
            <a:extLst>
              <a:ext uri="{FF2B5EF4-FFF2-40B4-BE49-F238E27FC236}">
                <a16:creationId xmlns:a16="http://schemas.microsoft.com/office/drawing/2014/main" id="{D791032D-FBDD-2406-D6CC-2562856FDC00}"/>
              </a:ext>
            </a:extLst>
          </p:cNvPr>
          <p:cNvSpPr/>
          <p:nvPr/>
        </p:nvSpPr>
        <p:spPr>
          <a:xfrm>
            <a:off x="-29879" y="811183"/>
            <a:ext cx="12221879" cy="100473"/>
          </a:xfrm>
          <a:prstGeom prst="rect">
            <a:avLst/>
          </a:prstGeom>
          <a:solidFill>
            <a:srgbClr val="FF4F00">
              <a:alpha val="29779"/>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a:p>
        </p:txBody>
      </p:sp>
      <p:pic>
        <p:nvPicPr>
          <p:cNvPr id="4" name="Graphic 3" descr="What is a Gauge Chart? | Jaspersoft">
            <a:extLst>
              <a:ext uri="{FF2B5EF4-FFF2-40B4-BE49-F238E27FC236}">
                <a16:creationId xmlns:a16="http://schemas.microsoft.com/office/drawing/2014/main" id="{A682DF5D-18EF-0226-84B0-71FEA52970F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88703" y="3862325"/>
            <a:ext cx="3735234" cy="1778786"/>
          </a:xfrm>
          <a:prstGeom prst="rect">
            <a:avLst/>
          </a:prstGeom>
        </p:spPr>
      </p:pic>
      <p:sp>
        <p:nvSpPr>
          <p:cNvPr id="14" name="Content Placeholder 2">
            <a:extLst>
              <a:ext uri="{FF2B5EF4-FFF2-40B4-BE49-F238E27FC236}">
                <a16:creationId xmlns:a16="http://schemas.microsoft.com/office/drawing/2014/main" id="{74574ACA-8286-D4B4-50F2-D1DBE8A5BE56}"/>
              </a:ext>
            </a:extLst>
          </p:cNvPr>
          <p:cNvSpPr txBox="1">
            <a:spLocks/>
          </p:cNvSpPr>
          <p:nvPr/>
        </p:nvSpPr>
        <p:spPr>
          <a:xfrm>
            <a:off x="8792053" y="4306039"/>
            <a:ext cx="2548779" cy="1181592"/>
          </a:xfrm>
          <a:prstGeom prst="rect">
            <a:avLst/>
          </a:prstGeom>
        </p:spPr>
        <p:txBody>
          <a:bodyPr vert="horz" lIns="91440" tIns="45720" rIns="91440" bIns="45720" rtlCol="0" anchor="ct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6600" b="1">
                <a:solidFill>
                  <a:srgbClr val="00B050"/>
                </a:solidFill>
              </a:rPr>
              <a:t>$ ?</a:t>
            </a:r>
          </a:p>
        </p:txBody>
      </p:sp>
    </p:spTree>
    <p:custDataLst>
      <p:tags r:id="rId1"/>
    </p:custDataLst>
    <p:extLst>
      <p:ext uri="{BB962C8B-B14F-4D97-AF65-F5344CB8AC3E}">
        <p14:creationId xmlns:p14="http://schemas.microsoft.com/office/powerpoint/2010/main" val="1949305215"/>
      </p:ext>
    </p:extLst>
  </p:cSld>
  <p:clrMapOvr>
    <a:masterClrMapping/>
  </p:clrMapOvr>
  <mc:AlternateContent xmlns:mc="http://schemas.openxmlformats.org/markup-compatibility/2006" xmlns:p14="http://schemas.microsoft.com/office/powerpoint/2010/main">
    <mc:Choice Requires="p14">
      <p:transition spd="slow" p14:dur="2000" advTm="19057"/>
    </mc:Choice>
    <mc:Fallback xmlns="">
      <p:transition spd="slow" advTm="1905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par>
                                <p:cTn id="19" presetID="10"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build="p"/>
      <p:bldP spid="8" grpId="0" animBg="1"/>
      <p:bldP spid="23" grpId="0"/>
      <p:bldP spid="1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98C98-E67B-E2E4-7C3E-6DDCB88AD794}"/>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008A1D48-F43C-1A36-7913-62F3F15A0ABC}"/>
              </a:ext>
            </a:extLst>
          </p:cNvPr>
          <p:cNvSpPr/>
          <p:nvPr/>
        </p:nvSpPr>
        <p:spPr>
          <a:xfrm>
            <a:off x="4097547" y="-14377"/>
            <a:ext cx="3994124" cy="6867827"/>
          </a:xfrm>
          <a:prstGeom prst="rect">
            <a:avLst/>
          </a:prstGeom>
          <a:solidFill>
            <a:schemeClr val="tx1">
              <a:lumMod val="75000"/>
              <a:lumOff val="2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F9E6687-08C6-6E33-C318-BF1E7F827217}"/>
              </a:ext>
            </a:extLst>
          </p:cNvPr>
          <p:cNvSpPr/>
          <p:nvPr/>
        </p:nvSpPr>
        <p:spPr>
          <a:xfrm>
            <a:off x="-1" y="-14378"/>
            <a:ext cx="3994124" cy="6867827"/>
          </a:xfrm>
          <a:prstGeom prst="rect">
            <a:avLst/>
          </a:prstGeom>
          <a:solidFill>
            <a:schemeClr val="tx1">
              <a:lumMod val="50000"/>
              <a:lumOff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C2AFE69-81AE-CD46-19C8-FE63DEAD9F29}"/>
              </a:ext>
            </a:extLst>
          </p:cNvPr>
          <p:cNvSpPr/>
          <p:nvPr/>
        </p:nvSpPr>
        <p:spPr>
          <a:xfrm>
            <a:off x="8195094" y="-14377"/>
            <a:ext cx="3994124" cy="6867827"/>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person in blue shirt writing on white paper">
            <a:extLst>
              <a:ext uri="{FF2B5EF4-FFF2-40B4-BE49-F238E27FC236}">
                <a16:creationId xmlns:a16="http://schemas.microsoft.com/office/drawing/2014/main" id="{4170C8A5-81B4-C0C0-63DE-0D7E318F5F3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342" b="7640"/>
          <a:stretch>
            <a:fillRect/>
          </a:stretch>
        </p:blipFill>
        <p:spPr bwMode="auto">
          <a:xfrm>
            <a:off x="2782" y="-14378"/>
            <a:ext cx="12186435" cy="686271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23AC7336-9640-EFE6-2441-6D9B655B954A}"/>
              </a:ext>
            </a:extLst>
          </p:cNvPr>
          <p:cNvSpPr/>
          <p:nvPr/>
        </p:nvSpPr>
        <p:spPr>
          <a:xfrm>
            <a:off x="-1" y="-19493"/>
            <a:ext cx="12196894" cy="6941264"/>
          </a:xfrm>
          <a:prstGeom prst="rect">
            <a:avLst/>
          </a:prstGeom>
          <a:solidFill>
            <a:srgbClr val="000000">
              <a:alpha val="64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1CEE1D8C-A4D7-E6B2-4743-26791CFA651D}"/>
              </a:ext>
            </a:extLst>
          </p:cNvPr>
          <p:cNvSpPr/>
          <p:nvPr/>
        </p:nvSpPr>
        <p:spPr>
          <a:xfrm>
            <a:off x="1625872" y="1366863"/>
            <a:ext cx="7732558" cy="1165717"/>
          </a:xfrm>
          <a:prstGeom prst="rect">
            <a:avLst/>
          </a:prstGeom>
          <a:solidFill>
            <a:srgbClr val="000000">
              <a:alpha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2F2F2"/>
              </a:solidFill>
            </a:endParaRPr>
          </a:p>
        </p:txBody>
      </p:sp>
      <p:sp>
        <p:nvSpPr>
          <p:cNvPr id="23" name="Content Placeholder 2">
            <a:extLst>
              <a:ext uri="{FF2B5EF4-FFF2-40B4-BE49-F238E27FC236}">
                <a16:creationId xmlns:a16="http://schemas.microsoft.com/office/drawing/2014/main" id="{780CCC9B-FB06-C538-3E4B-130621ED7D21}"/>
              </a:ext>
            </a:extLst>
          </p:cNvPr>
          <p:cNvSpPr txBox="1">
            <a:spLocks/>
          </p:cNvSpPr>
          <p:nvPr/>
        </p:nvSpPr>
        <p:spPr>
          <a:xfrm>
            <a:off x="1681012" y="1447451"/>
            <a:ext cx="4604742" cy="951737"/>
          </a:xfrm>
          <a:prstGeom prst="rect">
            <a:avLst/>
          </a:prstGeom>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bg1"/>
                </a:solidFill>
                <a:ea typeface="+mn-lt"/>
                <a:cs typeface="+mn-lt"/>
              </a:rPr>
              <a:t>Patient Experience → Loyalty</a:t>
            </a:r>
          </a:p>
          <a:p>
            <a:pPr marL="0" indent="0">
              <a:buNone/>
            </a:pPr>
            <a:r>
              <a:rPr lang="en-US" sz="1800" dirty="0">
                <a:solidFill>
                  <a:schemeClr val="bg1"/>
                </a:solidFill>
                <a:ea typeface="+mn-lt"/>
                <a:cs typeface="+mn-lt"/>
              </a:rPr>
              <a:t>(</a:t>
            </a:r>
            <a:r>
              <a:rPr lang="en-US" sz="1800" err="1">
                <a:solidFill>
                  <a:schemeClr val="bg1"/>
                </a:solidFill>
                <a:ea typeface="+mn-lt"/>
                <a:cs typeface="+mn-lt"/>
              </a:rPr>
              <a:t>Godovykh</a:t>
            </a:r>
            <a:r>
              <a:rPr lang="en-US" sz="1800" dirty="0">
                <a:solidFill>
                  <a:schemeClr val="bg1"/>
                </a:solidFill>
                <a:ea typeface="+mn-lt"/>
                <a:cs typeface="+mn-lt"/>
              </a:rPr>
              <a:t> &amp; </a:t>
            </a:r>
            <a:r>
              <a:rPr lang="en-US" sz="1800" err="1">
                <a:solidFill>
                  <a:schemeClr val="bg1"/>
                </a:solidFill>
                <a:ea typeface="+mn-lt"/>
                <a:cs typeface="+mn-lt"/>
              </a:rPr>
              <a:t>Pizam</a:t>
            </a:r>
            <a:r>
              <a:rPr lang="en-US" sz="1800" dirty="0">
                <a:solidFill>
                  <a:schemeClr val="bg1"/>
                </a:solidFill>
                <a:ea typeface="+mn-lt"/>
                <a:cs typeface="+mn-lt"/>
              </a:rPr>
              <a:t>, 2023)</a:t>
            </a:r>
            <a:endParaRPr lang="en-US" sz="1800">
              <a:solidFill>
                <a:schemeClr val="bg1"/>
              </a:solidFill>
            </a:endParaRPr>
          </a:p>
        </p:txBody>
      </p:sp>
      <p:pic>
        <p:nvPicPr>
          <p:cNvPr id="10" name="Picture 9" descr="Torrens University Australia research repository - Browse">
            <a:extLst>
              <a:ext uri="{FF2B5EF4-FFF2-40B4-BE49-F238E27FC236}">
                <a16:creationId xmlns:a16="http://schemas.microsoft.com/office/drawing/2014/main" id="{CE5B23C1-D937-2EB2-E0B9-5A26BA12A4EE}"/>
              </a:ext>
            </a:extLst>
          </p:cNvPr>
          <p:cNvPicPr>
            <a:picLocks noChangeAspect="1"/>
          </p:cNvPicPr>
          <p:nvPr/>
        </p:nvPicPr>
        <p:blipFill>
          <a:blip r:embed="rId5"/>
          <a:stretch>
            <a:fillRect/>
          </a:stretch>
        </p:blipFill>
        <p:spPr>
          <a:xfrm>
            <a:off x="10810326" y="6179120"/>
            <a:ext cx="1384454" cy="742651"/>
          </a:xfrm>
          <a:prstGeom prst="rect">
            <a:avLst/>
          </a:prstGeom>
        </p:spPr>
      </p:pic>
      <p:sp>
        <p:nvSpPr>
          <p:cNvPr id="11" name="Rectangle 10">
            <a:extLst>
              <a:ext uri="{FF2B5EF4-FFF2-40B4-BE49-F238E27FC236}">
                <a16:creationId xmlns:a16="http://schemas.microsoft.com/office/drawing/2014/main" id="{D03F76AB-CC83-84B0-68FD-97F7B42E3ADF}"/>
              </a:ext>
            </a:extLst>
          </p:cNvPr>
          <p:cNvSpPr/>
          <p:nvPr/>
        </p:nvSpPr>
        <p:spPr>
          <a:xfrm>
            <a:off x="-29879" y="811183"/>
            <a:ext cx="12221879" cy="100473"/>
          </a:xfrm>
          <a:prstGeom prst="rect">
            <a:avLst/>
          </a:prstGeom>
          <a:solidFill>
            <a:srgbClr val="FF4F00">
              <a:alpha val="29779"/>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a:p>
        </p:txBody>
      </p:sp>
      <p:sp>
        <p:nvSpPr>
          <p:cNvPr id="13" name="TextBox 12">
            <a:extLst>
              <a:ext uri="{FF2B5EF4-FFF2-40B4-BE49-F238E27FC236}">
                <a16:creationId xmlns:a16="http://schemas.microsoft.com/office/drawing/2014/main" id="{D7A6FCA1-470A-F2DA-56EA-BA301A6DAA1F}"/>
              </a:ext>
            </a:extLst>
          </p:cNvPr>
          <p:cNvSpPr txBox="1"/>
          <p:nvPr/>
        </p:nvSpPr>
        <p:spPr>
          <a:xfrm>
            <a:off x="446901" y="304632"/>
            <a:ext cx="885184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rgbClr val="EE6F00"/>
                </a:solidFill>
              </a:rPr>
              <a:t>P</a:t>
            </a:r>
            <a:r>
              <a:rPr lang="en-US" sz="3200" b="1" dirty="0">
                <a:solidFill>
                  <a:schemeClr val="bg1"/>
                </a:solidFill>
              </a:rPr>
              <a:t>OSITIONING</a:t>
            </a:r>
            <a:r>
              <a:rPr lang="en-US" sz="4000" b="1" dirty="0">
                <a:solidFill>
                  <a:srgbClr val="EE6F00"/>
                </a:solidFill>
              </a:rPr>
              <a:t> W</a:t>
            </a:r>
            <a:r>
              <a:rPr lang="en-US" sz="3200" b="1" dirty="0">
                <a:solidFill>
                  <a:schemeClr val="bg1"/>
                </a:solidFill>
              </a:rPr>
              <a:t>ORK IN THE </a:t>
            </a:r>
            <a:r>
              <a:rPr lang="en-US" sz="4000" b="1" dirty="0">
                <a:solidFill>
                  <a:srgbClr val="EE6F00"/>
                </a:solidFill>
              </a:rPr>
              <a:t>F</a:t>
            </a:r>
            <a:r>
              <a:rPr lang="en-US" sz="3200" b="1" dirty="0">
                <a:solidFill>
                  <a:schemeClr val="bg1"/>
                </a:solidFill>
              </a:rPr>
              <a:t>IELD</a:t>
            </a:r>
            <a:endParaRPr lang="en-US" sz="1200" b="1" dirty="0">
              <a:solidFill>
                <a:schemeClr val="bg1"/>
              </a:solidFill>
              <a:cs typeface="Segoe UI"/>
            </a:endParaRPr>
          </a:p>
        </p:txBody>
      </p:sp>
      <p:sp>
        <p:nvSpPr>
          <p:cNvPr id="22" name="Rectangle 21">
            <a:extLst>
              <a:ext uri="{FF2B5EF4-FFF2-40B4-BE49-F238E27FC236}">
                <a16:creationId xmlns:a16="http://schemas.microsoft.com/office/drawing/2014/main" id="{5E5FF7A8-D470-3324-845D-C3AE3EF4BA6C}"/>
              </a:ext>
            </a:extLst>
          </p:cNvPr>
          <p:cNvSpPr/>
          <p:nvPr/>
        </p:nvSpPr>
        <p:spPr>
          <a:xfrm>
            <a:off x="1620121" y="2583187"/>
            <a:ext cx="7732558" cy="1165717"/>
          </a:xfrm>
          <a:prstGeom prst="rect">
            <a:avLst/>
          </a:prstGeom>
          <a:solidFill>
            <a:srgbClr val="000000">
              <a:alpha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2F2F2"/>
              </a:solidFill>
            </a:endParaRPr>
          </a:p>
        </p:txBody>
      </p:sp>
      <p:sp>
        <p:nvSpPr>
          <p:cNvPr id="28" name="Content Placeholder 2">
            <a:extLst>
              <a:ext uri="{FF2B5EF4-FFF2-40B4-BE49-F238E27FC236}">
                <a16:creationId xmlns:a16="http://schemas.microsoft.com/office/drawing/2014/main" id="{32CC082C-6979-7440-065A-49078E6BF8D2}"/>
              </a:ext>
            </a:extLst>
          </p:cNvPr>
          <p:cNvSpPr txBox="1">
            <a:spLocks/>
          </p:cNvSpPr>
          <p:nvPr/>
        </p:nvSpPr>
        <p:spPr>
          <a:xfrm>
            <a:off x="1732771" y="2663777"/>
            <a:ext cx="4604742" cy="951737"/>
          </a:xfrm>
          <a:prstGeom prst="rect">
            <a:avLst/>
          </a:prstGeom>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bg1"/>
                </a:solidFill>
                <a:ea typeface="+mn-lt"/>
                <a:cs typeface="+mn-lt"/>
              </a:rPr>
              <a:t>NPS → Intention to recommend (Reichheld, 2003; Dawes, 2024)</a:t>
            </a:r>
          </a:p>
        </p:txBody>
      </p:sp>
      <p:sp>
        <p:nvSpPr>
          <p:cNvPr id="30" name="Rectangle 29">
            <a:extLst>
              <a:ext uri="{FF2B5EF4-FFF2-40B4-BE49-F238E27FC236}">
                <a16:creationId xmlns:a16="http://schemas.microsoft.com/office/drawing/2014/main" id="{60685D3E-3094-CD43-AB1E-23D9C57448E8}"/>
              </a:ext>
            </a:extLst>
          </p:cNvPr>
          <p:cNvSpPr/>
          <p:nvPr/>
        </p:nvSpPr>
        <p:spPr>
          <a:xfrm>
            <a:off x="1620121" y="3819640"/>
            <a:ext cx="7732558" cy="1165717"/>
          </a:xfrm>
          <a:prstGeom prst="rect">
            <a:avLst/>
          </a:prstGeom>
          <a:solidFill>
            <a:srgbClr val="000000">
              <a:alpha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2F2F2"/>
              </a:solidFill>
            </a:endParaRPr>
          </a:p>
        </p:txBody>
      </p:sp>
      <p:sp>
        <p:nvSpPr>
          <p:cNvPr id="34" name="Rectangle 33">
            <a:extLst>
              <a:ext uri="{FF2B5EF4-FFF2-40B4-BE49-F238E27FC236}">
                <a16:creationId xmlns:a16="http://schemas.microsoft.com/office/drawing/2014/main" id="{9C66B688-3B29-F904-2668-6331F3A72A72}"/>
              </a:ext>
            </a:extLst>
          </p:cNvPr>
          <p:cNvSpPr/>
          <p:nvPr/>
        </p:nvSpPr>
        <p:spPr>
          <a:xfrm>
            <a:off x="1628748" y="5021587"/>
            <a:ext cx="7732558" cy="1165717"/>
          </a:xfrm>
          <a:prstGeom prst="rect">
            <a:avLst/>
          </a:prstGeom>
          <a:solidFill>
            <a:srgbClr val="000000">
              <a:alpha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2F2F2"/>
              </a:solidFill>
            </a:endParaRPr>
          </a:p>
        </p:txBody>
      </p:sp>
      <p:sp>
        <p:nvSpPr>
          <p:cNvPr id="38" name="Content Placeholder 2">
            <a:extLst>
              <a:ext uri="{FF2B5EF4-FFF2-40B4-BE49-F238E27FC236}">
                <a16:creationId xmlns:a16="http://schemas.microsoft.com/office/drawing/2014/main" id="{FD5F3570-B2DF-B58A-5CE5-934CBB6D2C3A}"/>
              </a:ext>
            </a:extLst>
          </p:cNvPr>
          <p:cNvSpPr txBox="1">
            <a:spLocks/>
          </p:cNvSpPr>
          <p:nvPr/>
        </p:nvSpPr>
        <p:spPr>
          <a:xfrm>
            <a:off x="1732771" y="3813964"/>
            <a:ext cx="4604742" cy="951737"/>
          </a:xfrm>
          <a:prstGeom prst="rect">
            <a:avLst/>
          </a:prstGeom>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bg1"/>
                </a:solidFill>
                <a:ea typeface="+mn-lt"/>
                <a:cs typeface="+mn-lt"/>
              </a:rPr>
              <a:t>AI Sentiment Analysis (technical) (</a:t>
            </a:r>
            <a:r>
              <a:rPr lang="en-US" dirty="0" err="1">
                <a:solidFill>
                  <a:schemeClr val="bg1"/>
                </a:solidFill>
                <a:ea typeface="+mn-lt"/>
                <a:cs typeface="+mn-lt"/>
              </a:rPr>
              <a:t>Alkhnbashi</a:t>
            </a:r>
            <a:r>
              <a:rPr lang="en-US" dirty="0">
                <a:solidFill>
                  <a:schemeClr val="bg1"/>
                </a:solidFill>
                <a:ea typeface="+mn-lt"/>
                <a:cs typeface="+mn-lt"/>
              </a:rPr>
              <a:t> et al., 2024)</a:t>
            </a:r>
          </a:p>
        </p:txBody>
      </p:sp>
      <p:sp>
        <p:nvSpPr>
          <p:cNvPr id="40" name="Content Placeholder 2">
            <a:extLst>
              <a:ext uri="{FF2B5EF4-FFF2-40B4-BE49-F238E27FC236}">
                <a16:creationId xmlns:a16="http://schemas.microsoft.com/office/drawing/2014/main" id="{8D0E1BA2-CC2E-5063-9952-F76018CC93EB}"/>
              </a:ext>
            </a:extLst>
          </p:cNvPr>
          <p:cNvSpPr txBox="1">
            <a:spLocks/>
          </p:cNvSpPr>
          <p:nvPr/>
        </p:nvSpPr>
        <p:spPr>
          <a:xfrm>
            <a:off x="1727020" y="5015913"/>
            <a:ext cx="4604742" cy="951737"/>
          </a:xfrm>
          <a:prstGeom prst="rect">
            <a:avLst/>
          </a:prstGeom>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bg1"/>
                </a:solidFill>
                <a:ea typeface="+mn-lt"/>
                <a:cs typeface="+mn-lt"/>
              </a:rPr>
              <a:t>NPS → Revenue in HEALTHCARE </a:t>
            </a:r>
            <a:r>
              <a:rPr lang="en-US" b="1">
                <a:solidFill>
                  <a:schemeClr val="bg1"/>
                </a:solidFill>
                <a:ea typeface="+mn-lt"/>
                <a:cs typeface="+mn-lt"/>
              </a:rPr>
              <a:t>This Study fills this gap</a:t>
            </a:r>
            <a:endParaRPr lang="en-US">
              <a:solidFill>
                <a:schemeClr val="bg1"/>
              </a:solidFill>
            </a:endParaRPr>
          </a:p>
        </p:txBody>
      </p:sp>
      <p:sp>
        <p:nvSpPr>
          <p:cNvPr id="50" name="Content Placeholder 2">
            <a:extLst>
              <a:ext uri="{FF2B5EF4-FFF2-40B4-BE49-F238E27FC236}">
                <a16:creationId xmlns:a16="http://schemas.microsoft.com/office/drawing/2014/main" id="{219E6B0D-C4C6-4EA0-9EFD-4B817A45C5E7}"/>
              </a:ext>
            </a:extLst>
          </p:cNvPr>
          <p:cNvSpPr txBox="1">
            <a:spLocks/>
          </p:cNvSpPr>
          <p:nvPr/>
        </p:nvSpPr>
        <p:spPr>
          <a:xfrm>
            <a:off x="6367072" y="1484832"/>
            <a:ext cx="3497686" cy="951737"/>
          </a:xfrm>
          <a:prstGeom prst="rect">
            <a:avLst/>
          </a:prstGeom>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chemeClr val="bg1"/>
                </a:solidFill>
                <a:ea typeface="+mn-lt"/>
                <a:cs typeface="+mn-lt"/>
              </a:rPr>
              <a:t>✓ Established</a:t>
            </a:r>
            <a:endParaRPr lang="en-US" b="1" dirty="0">
              <a:solidFill>
                <a:schemeClr val="bg1"/>
              </a:solidFill>
            </a:endParaRPr>
          </a:p>
        </p:txBody>
      </p:sp>
      <p:sp>
        <p:nvSpPr>
          <p:cNvPr id="52" name="Content Placeholder 2">
            <a:extLst>
              <a:ext uri="{FF2B5EF4-FFF2-40B4-BE49-F238E27FC236}">
                <a16:creationId xmlns:a16="http://schemas.microsoft.com/office/drawing/2014/main" id="{A6E35A2D-F9CB-BBE2-C03E-62E8FDB575AB}"/>
              </a:ext>
            </a:extLst>
          </p:cNvPr>
          <p:cNvSpPr txBox="1">
            <a:spLocks/>
          </p:cNvSpPr>
          <p:nvPr/>
        </p:nvSpPr>
        <p:spPr>
          <a:xfrm>
            <a:off x="6418831" y="2701158"/>
            <a:ext cx="3497686" cy="951737"/>
          </a:xfrm>
          <a:prstGeom prst="rect">
            <a:avLst/>
          </a:prstGeom>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chemeClr val="bg1"/>
                </a:solidFill>
                <a:ea typeface="+mn-lt"/>
                <a:cs typeface="+mn-lt"/>
              </a:rPr>
              <a:t>✓ Validated</a:t>
            </a:r>
            <a:endParaRPr lang="en-US" b="1" dirty="0"/>
          </a:p>
        </p:txBody>
      </p:sp>
      <p:sp>
        <p:nvSpPr>
          <p:cNvPr id="54" name="Content Placeholder 2">
            <a:extLst>
              <a:ext uri="{FF2B5EF4-FFF2-40B4-BE49-F238E27FC236}">
                <a16:creationId xmlns:a16="http://schemas.microsoft.com/office/drawing/2014/main" id="{D81D3AE1-5D88-A5BF-D3C7-D420F4AAFEB2}"/>
              </a:ext>
            </a:extLst>
          </p:cNvPr>
          <p:cNvSpPr txBox="1">
            <a:spLocks/>
          </p:cNvSpPr>
          <p:nvPr/>
        </p:nvSpPr>
        <p:spPr>
          <a:xfrm>
            <a:off x="6418831" y="3851345"/>
            <a:ext cx="3497686" cy="951737"/>
          </a:xfrm>
          <a:prstGeom prst="rect">
            <a:avLst/>
          </a:prstGeom>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chemeClr val="bg1"/>
                </a:solidFill>
                <a:ea typeface="+mn-lt"/>
                <a:cs typeface="+mn-lt"/>
              </a:rPr>
              <a:t>✓ Feasible</a:t>
            </a:r>
            <a:endParaRPr lang="en-US" b="1" dirty="0">
              <a:solidFill>
                <a:schemeClr val="bg1"/>
              </a:solidFill>
            </a:endParaRPr>
          </a:p>
        </p:txBody>
      </p:sp>
      <p:sp>
        <p:nvSpPr>
          <p:cNvPr id="56" name="Content Placeholder 2">
            <a:extLst>
              <a:ext uri="{FF2B5EF4-FFF2-40B4-BE49-F238E27FC236}">
                <a16:creationId xmlns:a16="http://schemas.microsoft.com/office/drawing/2014/main" id="{467877B8-B2A1-276F-7972-EA2A600A244B}"/>
              </a:ext>
            </a:extLst>
          </p:cNvPr>
          <p:cNvSpPr txBox="1">
            <a:spLocks/>
          </p:cNvSpPr>
          <p:nvPr/>
        </p:nvSpPr>
        <p:spPr>
          <a:xfrm>
            <a:off x="6413079" y="5053294"/>
            <a:ext cx="3497686" cy="951737"/>
          </a:xfrm>
          <a:prstGeom prst="rect">
            <a:avLst/>
          </a:prstGeom>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solidFill>
                  <a:schemeClr val="bg1"/>
                </a:solidFill>
                <a:ea typeface="+mn-lt"/>
                <a:cs typeface="+mn-lt"/>
              </a:rPr>
              <a:t>✗ MISSING</a:t>
            </a:r>
            <a:endParaRPr lang="en-US" b="1"/>
          </a:p>
        </p:txBody>
      </p:sp>
      <p:sp>
        <p:nvSpPr>
          <p:cNvPr id="58" name="Content Placeholder 2">
            <a:extLst>
              <a:ext uri="{FF2B5EF4-FFF2-40B4-BE49-F238E27FC236}">
                <a16:creationId xmlns:a16="http://schemas.microsoft.com/office/drawing/2014/main" id="{D7B27767-8904-B21D-06CF-AF81AFC532F6}"/>
              </a:ext>
            </a:extLst>
          </p:cNvPr>
          <p:cNvSpPr txBox="1">
            <a:spLocks/>
          </p:cNvSpPr>
          <p:nvPr/>
        </p:nvSpPr>
        <p:spPr>
          <a:xfrm>
            <a:off x="443161" y="6213749"/>
            <a:ext cx="10026986" cy="669862"/>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1600" i="1">
                <a:solidFill>
                  <a:schemeClr val="bg1"/>
                </a:solidFill>
                <a:ea typeface="+mn-lt"/>
                <a:cs typeface="+mn-lt"/>
              </a:rPr>
              <a:t>Key Gap: Assumed correlation never tested empirically</a:t>
            </a:r>
            <a:endParaRPr lang="en-US" sz="1600" i="1">
              <a:solidFill>
                <a:schemeClr val="bg1"/>
              </a:solidFill>
            </a:endParaRPr>
          </a:p>
        </p:txBody>
      </p:sp>
    </p:spTree>
    <p:custDataLst>
      <p:tags r:id="rId1"/>
    </p:custDataLst>
    <p:extLst>
      <p:ext uri="{BB962C8B-B14F-4D97-AF65-F5344CB8AC3E}">
        <p14:creationId xmlns:p14="http://schemas.microsoft.com/office/powerpoint/2010/main" val="1429311657"/>
      </p:ext>
    </p:extLst>
  </p:cSld>
  <p:clrMapOvr>
    <a:masterClrMapping/>
  </p:clrMapOvr>
  <mc:AlternateContent xmlns:mc="http://schemas.openxmlformats.org/markup-compatibility/2006" xmlns:p14="http://schemas.microsoft.com/office/powerpoint/2010/main">
    <mc:Choice Requires="p14">
      <p:transition spd="slow" p14:dur="2000" advTm="47228"/>
    </mc:Choice>
    <mc:Fallback xmlns="">
      <p:transition spd="slow" advTm="4722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fade">
                                      <p:cBhvr>
                                        <p:cTn id="13" dur="500"/>
                                        <p:tgtEl>
                                          <p:spTgt spid="5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2"/>
                                        </p:tgtEl>
                                        <p:attrNameLst>
                                          <p:attrName>style.visibility</p:attrName>
                                        </p:attrNameLst>
                                      </p:cBhvr>
                                      <p:to>
                                        <p:strVal val="visible"/>
                                      </p:to>
                                    </p:set>
                                    <p:animEffect transition="in" filter="fade">
                                      <p:cBhvr>
                                        <p:cTn id="21" dur="500"/>
                                        <p:tgtEl>
                                          <p:spTgt spid="5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fade">
                                      <p:cBhvr>
                                        <p:cTn id="29" dur="500"/>
                                        <p:tgtEl>
                                          <p:spTgt spid="3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500"/>
                                        <p:tgtEl>
                                          <p:spTgt spid="3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Effect transition="in" filter="fade">
                                      <p:cBhvr>
                                        <p:cTn id="35" dur="500"/>
                                        <p:tgtEl>
                                          <p:spTgt spid="5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500"/>
                                        <p:tgtEl>
                                          <p:spTgt spid="4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Effect transition="in" filter="fade">
                                      <p:cBhvr>
                                        <p:cTn id="43" dur="500"/>
                                        <p:tgtEl>
                                          <p:spTgt spid="5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3" grpId="0"/>
      <p:bldP spid="22" grpId="0" animBg="1"/>
      <p:bldP spid="28" grpId="0"/>
      <p:bldP spid="30" grpId="0" animBg="1"/>
      <p:bldP spid="34" grpId="0" animBg="1"/>
      <p:bldP spid="38" grpId="0"/>
      <p:bldP spid="40" grpId="0"/>
      <p:bldP spid="50" grpId="0"/>
      <p:bldP spid="52" grpId="0"/>
      <p:bldP spid="54" grpId="0"/>
      <p:bldP spid="5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01D88-28A2-2CB9-236E-C3DC1552DE77}"/>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0EEAB949-85A1-9289-4B77-B37079422BD5}"/>
              </a:ext>
            </a:extLst>
          </p:cNvPr>
          <p:cNvSpPr/>
          <p:nvPr/>
        </p:nvSpPr>
        <p:spPr>
          <a:xfrm>
            <a:off x="4097547" y="-14377"/>
            <a:ext cx="3994124" cy="6867827"/>
          </a:xfrm>
          <a:prstGeom prst="rect">
            <a:avLst/>
          </a:prstGeom>
          <a:solidFill>
            <a:schemeClr val="tx1">
              <a:lumMod val="75000"/>
              <a:lumOff val="2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8168231-DA3C-0FE9-8B0C-2060121E62E7}"/>
              </a:ext>
            </a:extLst>
          </p:cNvPr>
          <p:cNvSpPr/>
          <p:nvPr/>
        </p:nvSpPr>
        <p:spPr>
          <a:xfrm>
            <a:off x="-1" y="-14378"/>
            <a:ext cx="3994124" cy="6867827"/>
          </a:xfrm>
          <a:prstGeom prst="rect">
            <a:avLst/>
          </a:prstGeom>
          <a:solidFill>
            <a:schemeClr val="tx1">
              <a:lumMod val="50000"/>
              <a:lumOff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610009F-9FA6-435F-730D-A8975DEBAF3F}"/>
              </a:ext>
            </a:extLst>
          </p:cNvPr>
          <p:cNvSpPr/>
          <p:nvPr/>
        </p:nvSpPr>
        <p:spPr>
          <a:xfrm>
            <a:off x="8195094" y="-14377"/>
            <a:ext cx="3994124" cy="6867827"/>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person in blue shirt writing on white paper">
            <a:extLst>
              <a:ext uri="{FF2B5EF4-FFF2-40B4-BE49-F238E27FC236}">
                <a16:creationId xmlns:a16="http://schemas.microsoft.com/office/drawing/2014/main" id="{7EE7D3C8-02F9-9BD4-9C96-898BF7CD679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342" b="7640"/>
          <a:stretch>
            <a:fillRect/>
          </a:stretch>
        </p:blipFill>
        <p:spPr bwMode="auto">
          <a:xfrm>
            <a:off x="2782" y="-14378"/>
            <a:ext cx="12186435" cy="686271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846BDC3A-D9C4-A9C5-1C4D-3B5030097A14}"/>
              </a:ext>
            </a:extLst>
          </p:cNvPr>
          <p:cNvSpPr/>
          <p:nvPr/>
        </p:nvSpPr>
        <p:spPr>
          <a:xfrm>
            <a:off x="-1" y="-19493"/>
            <a:ext cx="12196894" cy="6941264"/>
          </a:xfrm>
          <a:prstGeom prst="rect">
            <a:avLst/>
          </a:prstGeom>
          <a:solidFill>
            <a:srgbClr val="000000">
              <a:alpha val="64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Torrens University Australia research repository - Browse">
            <a:extLst>
              <a:ext uri="{FF2B5EF4-FFF2-40B4-BE49-F238E27FC236}">
                <a16:creationId xmlns:a16="http://schemas.microsoft.com/office/drawing/2014/main" id="{39891A2C-32A2-51B4-3907-F0BB2FA9C1D3}"/>
              </a:ext>
            </a:extLst>
          </p:cNvPr>
          <p:cNvPicPr>
            <a:picLocks noChangeAspect="1"/>
          </p:cNvPicPr>
          <p:nvPr/>
        </p:nvPicPr>
        <p:blipFill>
          <a:blip r:embed="rId5"/>
          <a:stretch>
            <a:fillRect/>
          </a:stretch>
        </p:blipFill>
        <p:spPr>
          <a:xfrm>
            <a:off x="10810326" y="6179120"/>
            <a:ext cx="1384454" cy="742651"/>
          </a:xfrm>
          <a:prstGeom prst="rect">
            <a:avLst/>
          </a:prstGeom>
        </p:spPr>
      </p:pic>
      <p:sp>
        <p:nvSpPr>
          <p:cNvPr id="11" name="Rectangle 10">
            <a:extLst>
              <a:ext uri="{FF2B5EF4-FFF2-40B4-BE49-F238E27FC236}">
                <a16:creationId xmlns:a16="http://schemas.microsoft.com/office/drawing/2014/main" id="{C95B2199-9927-5F3F-E2E2-6456C5E612E6}"/>
              </a:ext>
            </a:extLst>
          </p:cNvPr>
          <p:cNvSpPr/>
          <p:nvPr/>
        </p:nvSpPr>
        <p:spPr>
          <a:xfrm>
            <a:off x="-29879" y="811183"/>
            <a:ext cx="12221879" cy="100473"/>
          </a:xfrm>
          <a:prstGeom prst="rect">
            <a:avLst/>
          </a:prstGeom>
          <a:solidFill>
            <a:srgbClr val="FF4F00">
              <a:alpha val="29779"/>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a:p>
        </p:txBody>
      </p:sp>
      <p:sp>
        <p:nvSpPr>
          <p:cNvPr id="58" name="Content Placeholder 2">
            <a:extLst>
              <a:ext uri="{FF2B5EF4-FFF2-40B4-BE49-F238E27FC236}">
                <a16:creationId xmlns:a16="http://schemas.microsoft.com/office/drawing/2014/main" id="{BDF072C0-2648-3389-5E49-FFB1460FBDF4}"/>
              </a:ext>
            </a:extLst>
          </p:cNvPr>
          <p:cNvSpPr txBox="1">
            <a:spLocks/>
          </p:cNvSpPr>
          <p:nvPr/>
        </p:nvSpPr>
        <p:spPr>
          <a:xfrm>
            <a:off x="443161" y="6213749"/>
            <a:ext cx="10026986" cy="669862"/>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1600" i="1" dirty="0">
                <a:solidFill>
                  <a:schemeClr val="bg1"/>
                </a:solidFill>
                <a:ea typeface="+mn-lt"/>
                <a:cs typeface="+mn-lt"/>
              </a:rPr>
              <a:t>Research Gap: No one has tested if this pathway actually works in healthcare </a:t>
            </a:r>
            <a:endParaRPr lang="en-US" sz="1600" i="1">
              <a:solidFill>
                <a:schemeClr val="bg1"/>
              </a:solidFill>
            </a:endParaRPr>
          </a:p>
        </p:txBody>
      </p:sp>
      <p:sp>
        <p:nvSpPr>
          <p:cNvPr id="3" name="TextBox 2">
            <a:extLst>
              <a:ext uri="{FF2B5EF4-FFF2-40B4-BE49-F238E27FC236}">
                <a16:creationId xmlns:a16="http://schemas.microsoft.com/office/drawing/2014/main" id="{5506DF09-3480-A260-65D7-563C4720B684}"/>
              </a:ext>
            </a:extLst>
          </p:cNvPr>
          <p:cNvSpPr txBox="1"/>
          <p:nvPr/>
        </p:nvSpPr>
        <p:spPr>
          <a:xfrm>
            <a:off x="446901" y="304632"/>
            <a:ext cx="1110255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rgbClr val="EE6F00"/>
                </a:solidFill>
              </a:rPr>
              <a:t>K</a:t>
            </a:r>
            <a:r>
              <a:rPr lang="en-US" sz="3200" b="1" dirty="0">
                <a:solidFill>
                  <a:schemeClr val="bg1"/>
                </a:solidFill>
              </a:rPr>
              <a:t>NOWLEDGE </a:t>
            </a:r>
            <a:r>
              <a:rPr lang="en-US" sz="4000" b="1" dirty="0">
                <a:solidFill>
                  <a:srgbClr val="EE6F00"/>
                </a:solidFill>
              </a:rPr>
              <a:t>G</a:t>
            </a:r>
            <a:r>
              <a:rPr lang="en-US" sz="3200" b="1" dirty="0">
                <a:solidFill>
                  <a:schemeClr val="bg1"/>
                </a:solidFill>
              </a:rPr>
              <a:t>AP &amp; </a:t>
            </a:r>
            <a:r>
              <a:rPr lang="en-US" sz="4000" b="1" dirty="0">
                <a:solidFill>
                  <a:srgbClr val="EE6F00"/>
                </a:solidFill>
              </a:rPr>
              <a:t>C</a:t>
            </a:r>
            <a:r>
              <a:rPr lang="en-US" sz="3200" b="1" dirty="0">
                <a:solidFill>
                  <a:schemeClr val="bg1"/>
                </a:solidFill>
              </a:rPr>
              <a:t>ONCEPTUAL </a:t>
            </a:r>
            <a:r>
              <a:rPr lang="en-US" sz="4000" b="1" dirty="0">
                <a:solidFill>
                  <a:srgbClr val="EE6F00"/>
                </a:solidFill>
              </a:rPr>
              <a:t>F</a:t>
            </a:r>
            <a:r>
              <a:rPr lang="en-US" sz="3200" b="1" dirty="0">
                <a:solidFill>
                  <a:schemeClr val="bg1"/>
                </a:solidFill>
              </a:rPr>
              <a:t>RAMEWORK</a:t>
            </a:r>
            <a:endParaRPr lang="en-US" sz="1200" b="1" dirty="0">
              <a:solidFill>
                <a:schemeClr val="bg1"/>
              </a:solidFill>
              <a:cs typeface="Segoe UI"/>
            </a:endParaRPr>
          </a:p>
        </p:txBody>
      </p:sp>
      <p:sp>
        <p:nvSpPr>
          <p:cNvPr id="39" name="Rectangle: Rounded Corners 38">
            <a:extLst>
              <a:ext uri="{FF2B5EF4-FFF2-40B4-BE49-F238E27FC236}">
                <a16:creationId xmlns:a16="http://schemas.microsoft.com/office/drawing/2014/main" id="{874E2655-7C73-88E4-F136-AF83A5E1B3FA}"/>
              </a:ext>
            </a:extLst>
          </p:cNvPr>
          <p:cNvSpPr/>
          <p:nvPr/>
        </p:nvSpPr>
        <p:spPr>
          <a:xfrm>
            <a:off x="506083" y="3546895"/>
            <a:ext cx="2107720" cy="914400"/>
          </a:xfrm>
          <a:prstGeom prst="roundRect">
            <a:avLst/>
          </a:prstGeom>
          <a:solidFill>
            <a:srgbClr val="D5DBD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400" b="1">
                <a:solidFill>
                  <a:schemeClr val="tx1">
                    <a:lumMod val="49000"/>
                    <a:lumOff val="51000"/>
                  </a:schemeClr>
                </a:solidFill>
              </a:rPr>
              <a:t>Patient </a:t>
            </a:r>
            <a:endParaRPr lang="en-US" sz="2400" b="1">
              <a:solidFill>
                <a:schemeClr val="tx1">
                  <a:lumMod val="49000"/>
                  <a:lumOff val="51000"/>
                </a:schemeClr>
              </a:solidFill>
            </a:endParaRPr>
          </a:p>
          <a:p>
            <a:pPr algn="ctr"/>
            <a:r>
              <a:rPr lang="en-GB" sz="2400" b="1">
                <a:solidFill>
                  <a:schemeClr val="tx1">
                    <a:lumMod val="49000"/>
                    <a:lumOff val="51000"/>
                  </a:schemeClr>
                </a:solidFill>
              </a:rPr>
              <a:t>Feedback</a:t>
            </a:r>
            <a:endParaRPr lang="en-US" sz="2400" b="1">
              <a:solidFill>
                <a:schemeClr val="tx1">
                  <a:lumMod val="49000"/>
                  <a:lumOff val="51000"/>
                </a:schemeClr>
              </a:solidFill>
            </a:endParaRPr>
          </a:p>
        </p:txBody>
      </p:sp>
      <p:sp>
        <p:nvSpPr>
          <p:cNvPr id="42" name="Rectangle: Rounded Corners 41">
            <a:extLst>
              <a:ext uri="{FF2B5EF4-FFF2-40B4-BE49-F238E27FC236}">
                <a16:creationId xmlns:a16="http://schemas.microsoft.com/office/drawing/2014/main" id="{5FB1BB15-F249-0934-017E-18A44BD7F974}"/>
              </a:ext>
            </a:extLst>
          </p:cNvPr>
          <p:cNvSpPr/>
          <p:nvPr/>
        </p:nvSpPr>
        <p:spPr>
          <a:xfrm>
            <a:off x="3482197" y="3546894"/>
            <a:ext cx="2107720" cy="914400"/>
          </a:xfrm>
          <a:prstGeom prst="roundRect">
            <a:avLst/>
          </a:prstGeom>
          <a:solidFill>
            <a:srgbClr val="5EA8A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400" b="1"/>
              <a:t>NPS Score</a:t>
            </a:r>
            <a:endParaRPr lang="en-US" sz="2400" b="1"/>
          </a:p>
        </p:txBody>
      </p:sp>
      <p:sp>
        <p:nvSpPr>
          <p:cNvPr id="44" name="Rectangle: Rounded Corners 43">
            <a:extLst>
              <a:ext uri="{FF2B5EF4-FFF2-40B4-BE49-F238E27FC236}">
                <a16:creationId xmlns:a16="http://schemas.microsoft.com/office/drawing/2014/main" id="{F05DA466-F73A-0A66-912F-F45DDF0C760F}"/>
              </a:ext>
            </a:extLst>
          </p:cNvPr>
          <p:cNvSpPr/>
          <p:nvPr/>
        </p:nvSpPr>
        <p:spPr>
          <a:xfrm>
            <a:off x="6630837" y="3546893"/>
            <a:ext cx="2107720" cy="914400"/>
          </a:xfrm>
          <a:prstGeom prst="roundRect">
            <a:avLst/>
          </a:prstGeom>
          <a:solidFill>
            <a:srgbClr val="2ECC7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400" b="1"/>
              <a:t>Loyalty</a:t>
            </a:r>
            <a:endParaRPr lang="en-US" sz="2400" b="1"/>
          </a:p>
          <a:p>
            <a:pPr algn="ctr"/>
            <a:r>
              <a:rPr lang="en-GB" sz="2400" b="1"/>
              <a:t>Intent</a:t>
            </a:r>
            <a:endParaRPr lang="en-US" sz="2400" b="1"/>
          </a:p>
        </p:txBody>
      </p:sp>
      <p:sp>
        <p:nvSpPr>
          <p:cNvPr id="46" name="Rectangle: Rounded Corners 45">
            <a:extLst>
              <a:ext uri="{FF2B5EF4-FFF2-40B4-BE49-F238E27FC236}">
                <a16:creationId xmlns:a16="http://schemas.microsoft.com/office/drawing/2014/main" id="{6DB34B8D-D606-3EB4-05F2-0BAE68A3AEA5}"/>
              </a:ext>
            </a:extLst>
          </p:cNvPr>
          <p:cNvSpPr/>
          <p:nvPr/>
        </p:nvSpPr>
        <p:spPr>
          <a:xfrm>
            <a:off x="9535064" y="3546892"/>
            <a:ext cx="2107720" cy="914400"/>
          </a:xfrm>
          <a:prstGeom prst="roundRect">
            <a:avLst/>
          </a:prstGeom>
          <a:solidFill>
            <a:srgbClr val="16A08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400" b="1"/>
              <a:t>Revenue </a:t>
            </a:r>
            <a:endParaRPr lang="en-US" sz="2400" b="1"/>
          </a:p>
          <a:p>
            <a:pPr algn="ctr"/>
            <a:r>
              <a:rPr lang="en-GB" sz="2400" b="1"/>
              <a:t>Growth</a:t>
            </a:r>
          </a:p>
        </p:txBody>
      </p:sp>
      <p:sp>
        <p:nvSpPr>
          <p:cNvPr id="48" name="Arrow: Right 47">
            <a:extLst>
              <a:ext uri="{FF2B5EF4-FFF2-40B4-BE49-F238E27FC236}">
                <a16:creationId xmlns:a16="http://schemas.microsoft.com/office/drawing/2014/main" id="{6775A849-41CE-D2B7-A3D6-11E9F6A18EE1}"/>
              </a:ext>
            </a:extLst>
          </p:cNvPr>
          <p:cNvSpPr/>
          <p:nvPr/>
        </p:nvSpPr>
        <p:spPr>
          <a:xfrm>
            <a:off x="2845444" y="3760880"/>
            <a:ext cx="503956" cy="542141"/>
          </a:xfrm>
          <a:prstGeom prst="rightArrow">
            <a:avLst/>
          </a:prstGeom>
          <a:solidFill>
            <a:srgbClr val="5EA8A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Arrow: Right 50">
            <a:extLst>
              <a:ext uri="{FF2B5EF4-FFF2-40B4-BE49-F238E27FC236}">
                <a16:creationId xmlns:a16="http://schemas.microsoft.com/office/drawing/2014/main" id="{C708B02A-750F-4CB8-0E5F-E4D507F2A552}"/>
              </a:ext>
            </a:extLst>
          </p:cNvPr>
          <p:cNvSpPr/>
          <p:nvPr/>
        </p:nvSpPr>
        <p:spPr>
          <a:xfrm>
            <a:off x="5864690" y="3760879"/>
            <a:ext cx="503956" cy="542141"/>
          </a:xfrm>
          <a:prstGeom prst="rightArrow">
            <a:avLst/>
          </a:prstGeom>
          <a:solidFill>
            <a:srgbClr val="2ECC7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Arrow: Right 54">
            <a:extLst>
              <a:ext uri="{FF2B5EF4-FFF2-40B4-BE49-F238E27FC236}">
                <a16:creationId xmlns:a16="http://schemas.microsoft.com/office/drawing/2014/main" id="{9C8BDDC7-6353-87E0-C40C-E2A169766A01}"/>
              </a:ext>
            </a:extLst>
          </p:cNvPr>
          <p:cNvSpPr/>
          <p:nvPr/>
        </p:nvSpPr>
        <p:spPr>
          <a:xfrm>
            <a:off x="8898312" y="3732124"/>
            <a:ext cx="503956" cy="542141"/>
          </a:xfrm>
          <a:prstGeom prst="rightArrow">
            <a:avLst/>
          </a:prstGeom>
          <a:solidFill>
            <a:srgbClr val="16A08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Content Placeholder 4">
            <a:extLst>
              <a:ext uri="{FF2B5EF4-FFF2-40B4-BE49-F238E27FC236}">
                <a16:creationId xmlns:a16="http://schemas.microsoft.com/office/drawing/2014/main" id="{B803C277-B307-7D62-A02C-E52993B16299}"/>
              </a:ext>
            </a:extLst>
          </p:cNvPr>
          <p:cNvSpPr txBox="1">
            <a:spLocks/>
          </p:cNvSpPr>
          <p:nvPr/>
        </p:nvSpPr>
        <p:spPr>
          <a:xfrm>
            <a:off x="2709326" y="4450655"/>
            <a:ext cx="682695" cy="653376"/>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b="1">
                <a:solidFill>
                  <a:schemeClr val="bg1"/>
                </a:solidFill>
                <a:ea typeface="+mn-lt"/>
                <a:cs typeface="+mn-lt"/>
              </a:rPr>
              <a:t>✓</a:t>
            </a:r>
            <a:endParaRPr lang="en-US" sz="3200" b="1">
              <a:solidFill>
                <a:schemeClr val="bg1"/>
              </a:solidFill>
            </a:endParaRPr>
          </a:p>
        </p:txBody>
      </p:sp>
      <p:sp>
        <p:nvSpPr>
          <p:cNvPr id="61" name="Content Placeholder 4">
            <a:extLst>
              <a:ext uri="{FF2B5EF4-FFF2-40B4-BE49-F238E27FC236}">
                <a16:creationId xmlns:a16="http://schemas.microsoft.com/office/drawing/2014/main" id="{FDACB4D3-E41A-F8F0-8B00-1978ADE89EE4}"/>
              </a:ext>
            </a:extLst>
          </p:cNvPr>
          <p:cNvSpPr txBox="1">
            <a:spLocks/>
          </p:cNvSpPr>
          <p:nvPr/>
        </p:nvSpPr>
        <p:spPr>
          <a:xfrm>
            <a:off x="5737198" y="4459281"/>
            <a:ext cx="682695" cy="653376"/>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b="1">
                <a:solidFill>
                  <a:schemeClr val="bg1"/>
                </a:solidFill>
                <a:ea typeface="+mn-lt"/>
                <a:cs typeface="+mn-lt"/>
              </a:rPr>
              <a:t>✓</a:t>
            </a:r>
            <a:endParaRPr lang="en-US" sz="3200" b="1">
              <a:solidFill>
                <a:schemeClr val="bg1"/>
              </a:solidFill>
            </a:endParaRPr>
          </a:p>
        </p:txBody>
      </p:sp>
      <p:sp>
        <p:nvSpPr>
          <p:cNvPr id="63" name="Content Placeholder 4">
            <a:extLst>
              <a:ext uri="{FF2B5EF4-FFF2-40B4-BE49-F238E27FC236}">
                <a16:creationId xmlns:a16="http://schemas.microsoft.com/office/drawing/2014/main" id="{DC0CA138-7D39-0DBF-04CB-AA8D092C8351}"/>
              </a:ext>
            </a:extLst>
          </p:cNvPr>
          <p:cNvSpPr txBox="1">
            <a:spLocks/>
          </p:cNvSpPr>
          <p:nvPr/>
        </p:nvSpPr>
        <p:spPr>
          <a:xfrm>
            <a:off x="8808201" y="4467907"/>
            <a:ext cx="682695" cy="653376"/>
          </a:xfrm>
          <a:prstGeom prst="rect">
            <a:avLst/>
          </a:prstGeom>
        </p:spPr>
        <p:txBody>
          <a:bodyPr vert="horz" lIns="91440" tIns="45720" rIns="91440" bIns="45720" rtlCol="0" anchor="t">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a:solidFill>
                  <a:srgbClr val="EE6F00"/>
                </a:solidFill>
                <a:ea typeface="+mn-lt"/>
                <a:cs typeface="+mn-lt"/>
              </a:rPr>
              <a:t>?</a:t>
            </a:r>
            <a:endParaRPr lang="en-US" sz="4000">
              <a:solidFill>
                <a:srgbClr val="EE6F00"/>
              </a:solidFill>
            </a:endParaRPr>
          </a:p>
        </p:txBody>
      </p:sp>
      <p:pic>
        <p:nvPicPr>
          <p:cNvPr id="32" name="Picture 2" descr="Best customer experience - Free smileys icons">
            <a:extLst>
              <a:ext uri="{FF2B5EF4-FFF2-40B4-BE49-F238E27FC236}">
                <a16:creationId xmlns:a16="http://schemas.microsoft.com/office/drawing/2014/main" id="{61F5F698-A051-9F1A-786D-DFE80F3CFDE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3775" y="1820399"/>
            <a:ext cx="1596579" cy="159657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536678913"/>
      </p:ext>
    </p:extLst>
  </p:cSld>
  <p:clrMapOvr>
    <a:masterClrMapping/>
  </p:clrMapOvr>
  <mc:AlternateContent xmlns:mc="http://schemas.openxmlformats.org/markup-compatibility/2006" xmlns:p14="http://schemas.microsoft.com/office/powerpoint/2010/main">
    <mc:Choice Requires="p14">
      <p:transition spd="slow" p14:dur="2000" advTm="33063"/>
    </mc:Choice>
    <mc:Fallback xmlns="">
      <p:transition spd="slow" advTm="3306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par>
                                <p:cTn id="8" presetID="1"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childTnLst>
                                </p:cTn>
                              </p:par>
                              <p:par>
                                <p:cTn id="10" presetID="10" presetClass="entr" presetSubtype="0" fill="hold" grpId="0" nodeType="with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fade">
                                      <p:cBhvr>
                                        <p:cTn id="17" dur="500"/>
                                        <p:tgtEl>
                                          <p:spTgt spid="4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1"/>
                                        </p:tgtEl>
                                        <p:attrNameLst>
                                          <p:attrName>style.visibility</p:attrName>
                                        </p:attrNameLst>
                                      </p:cBhvr>
                                      <p:to>
                                        <p:strVal val="visible"/>
                                      </p:to>
                                    </p:set>
                                    <p:animEffect transition="in" filter="fade">
                                      <p:cBhvr>
                                        <p:cTn id="20" dur="500"/>
                                        <p:tgtEl>
                                          <p:spTgt spid="5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fade">
                                      <p:cBhvr>
                                        <p:cTn id="25" dur="500"/>
                                        <p:tgtEl>
                                          <p:spTgt spid="4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5"/>
                                        </p:tgtEl>
                                        <p:attrNameLst>
                                          <p:attrName>style.visibility</p:attrName>
                                        </p:attrNameLst>
                                      </p:cBhvr>
                                      <p:to>
                                        <p:strVal val="visible"/>
                                      </p:to>
                                    </p:set>
                                    <p:animEffect transition="in" filter="fade">
                                      <p:cBhvr>
                                        <p:cTn id="28" dur="500"/>
                                        <p:tgtEl>
                                          <p:spTgt spid="5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fade">
                                      <p:cBhvr>
                                        <p:cTn id="33" dur="500"/>
                                        <p:tgtEl>
                                          <p:spTgt spid="4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9"/>
                                        </p:tgtEl>
                                        <p:attrNameLst>
                                          <p:attrName>style.visibility</p:attrName>
                                        </p:attrNameLst>
                                      </p:cBhvr>
                                      <p:to>
                                        <p:strVal val="visible"/>
                                      </p:to>
                                    </p:set>
                                    <p:animEffect transition="in" filter="fade">
                                      <p:cBhvr>
                                        <p:cTn id="38" dur="500"/>
                                        <p:tgtEl>
                                          <p:spTgt spid="5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61"/>
                                        </p:tgtEl>
                                        <p:attrNameLst>
                                          <p:attrName>style.visibility</p:attrName>
                                        </p:attrNameLst>
                                      </p:cBhvr>
                                      <p:to>
                                        <p:strVal val="visible"/>
                                      </p:to>
                                    </p:set>
                                    <p:animEffect transition="in" filter="fade">
                                      <p:cBhvr>
                                        <p:cTn id="41" dur="500"/>
                                        <p:tgtEl>
                                          <p:spTgt spid="6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63"/>
                                        </p:tgtEl>
                                        <p:attrNameLst>
                                          <p:attrName>style.visibility</p:attrName>
                                        </p:attrNameLst>
                                      </p:cBhvr>
                                      <p:to>
                                        <p:strVal val="visible"/>
                                      </p:to>
                                    </p:set>
                                    <p:animEffect transition="in" filter="fade">
                                      <p:cBhvr>
                                        <p:cTn id="44" dur="500"/>
                                        <p:tgtEl>
                                          <p:spTgt spid="6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58"/>
                                        </p:tgtEl>
                                        <p:attrNameLst>
                                          <p:attrName>style.visibility</p:attrName>
                                        </p:attrNameLst>
                                      </p:cBhvr>
                                      <p:to>
                                        <p:strVal val="visible"/>
                                      </p:to>
                                    </p:set>
                                    <p:animEffect transition="in" filter="fade">
                                      <p:cBhvr>
                                        <p:cTn id="49"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39" grpId="0" animBg="1"/>
      <p:bldP spid="42" grpId="0" animBg="1"/>
      <p:bldP spid="44" grpId="0" animBg="1"/>
      <p:bldP spid="46" grpId="0" animBg="1"/>
      <p:bldP spid="48" grpId="0" animBg="1"/>
      <p:bldP spid="51" grpId="0" animBg="1"/>
      <p:bldP spid="55" grpId="0" animBg="1"/>
      <p:bldP spid="59" grpId="0"/>
      <p:bldP spid="61" grpId="0"/>
      <p:bldP spid="6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A6AB3-B14F-D7BC-CD1E-7263C853F31A}"/>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F6D4B762-82F8-A69B-A6FE-10FB2E97276F}"/>
              </a:ext>
            </a:extLst>
          </p:cNvPr>
          <p:cNvSpPr/>
          <p:nvPr/>
        </p:nvSpPr>
        <p:spPr>
          <a:xfrm>
            <a:off x="4097547" y="-14377"/>
            <a:ext cx="3994124" cy="6867827"/>
          </a:xfrm>
          <a:prstGeom prst="rect">
            <a:avLst/>
          </a:prstGeom>
          <a:solidFill>
            <a:schemeClr val="tx1">
              <a:lumMod val="75000"/>
              <a:lumOff val="2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FF9D5CC-539F-D193-5E49-17AF078B3719}"/>
              </a:ext>
            </a:extLst>
          </p:cNvPr>
          <p:cNvSpPr/>
          <p:nvPr/>
        </p:nvSpPr>
        <p:spPr>
          <a:xfrm>
            <a:off x="-1" y="-14378"/>
            <a:ext cx="3994124" cy="6867827"/>
          </a:xfrm>
          <a:prstGeom prst="rect">
            <a:avLst/>
          </a:prstGeom>
          <a:solidFill>
            <a:schemeClr val="tx1">
              <a:lumMod val="50000"/>
              <a:lumOff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F992450-9A8C-B477-F207-F8701A1ABF57}"/>
              </a:ext>
            </a:extLst>
          </p:cNvPr>
          <p:cNvSpPr/>
          <p:nvPr/>
        </p:nvSpPr>
        <p:spPr>
          <a:xfrm>
            <a:off x="8195094" y="-14377"/>
            <a:ext cx="3994124" cy="6867827"/>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person in blue shirt writing on white paper">
            <a:extLst>
              <a:ext uri="{FF2B5EF4-FFF2-40B4-BE49-F238E27FC236}">
                <a16:creationId xmlns:a16="http://schemas.microsoft.com/office/drawing/2014/main" id="{4FA9D940-68B6-A752-3339-834BA21E1D3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342" b="7640"/>
          <a:stretch>
            <a:fillRect/>
          </a:stretch>
        </p:blipFill>
        <p:spPr bwMode="auto">
          <a:xfrm>
            <a:off x="2782" y="-14378"/>
            <a:ext cx="12186435" cy="686271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0F0A0FA-6A8C-728A-5105-75CC44EBD207}"/>
              </a:ext>
            </a:extLst>
          </p:cNvPr>
          <p:cNvSpPr/>
          <p:nvPr/>
        </p:nvSpPr>
        <p:spPr>
          <a:xfrm>
            <a:off x="-1" y="-19493"/>
            <a:ext cx="12196894" cy="6941264"/>
          </a:xfrm>
          <a:prstGeom prst="rect">
            <a:avLst/>
          </a:prstGeom>
          <a:solidFill>
            <a:srgbClr val="000000">
              <a:alpha val="64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Torrens University Australia research repository - Browse">
            <a:extLst>
              <a:ext uri="{FF2B5EF4-FFF2-40B4-BE49-F238E27FC236}">
                <a16:creationId xmlns:a16="http://schemas.microsoft.com/office/drawing/2014/main" id="{DB6F1AE2-F986-F105-D0A0-4ECBCDD96F58}"/>
              </a:ext>
            </a:extLst>
          </p:cNvPr>
          <p:cNvPicPr>
            <a:picLocks noChangeAspect="1"/>
          </p:cNvPicPr>
          <p:nvPr/>
        </p:nvPicPr>
        <p:blipFill>
          <a:blip r:embed="rId5"/>
          <a:stretch>
            <a:fillRect/>
          </a:stretch>
        </p:blipFill>
        <p:spPr>
          <a:xfrm>
            <a:off x="10810326" y="6179120"/>
            <a:ext cx="1384454" cy="742651"/>
          </a:xfrm>
          <a:prstGeom prst="rect">
            <a:avLst/>
          </a:prstGeom>
        </p:spPr>
      </p:pic>
      <p:sp>
        <p:nvSpPr>
          <p:cNvPr id="11" name="Rectangle 10">
            <a:extLst>
              <a:ext uri="{FF2B5EF4-FFF2-40B4-BE49-F238E27FC236}">
                <a16:creationId xmlns:a16="http://schemas.microsoft.com/office/drawing/2014/main" id="{D993DD93-C810-D644-588F-0533204F2E5B}"/>
              </a:ext>
            </a:extLst>
          </p:cNvPr>
          <p:cNvSpPr/>
          <p:nvPr/>
        </p:nvSpPr>
        <p:spPr>
          <a:xfrm>
            <a:off x="-29879" y="811183"/>
            <a:ext cx="12221879" cy="100473"/>
          </a:xfrm>
          <a:prstGeom prst="rect">
            <a:avLst/>
          </a:prstGeom>
          <a:solidFill>
            <a:srgbClr val="FF4F00">
              <a:alpha val="29779"/>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a:p>
        </p:txBody>
      </p:sp>
      <p:sp>
        <p:nvSpPr>
          <p:cNvPr id="58" name="Content Placeholder 2">
            <a:extLst>
              <a:ext uri="{FF2B5EF4-FFF2-40B4-BE49-F238E27FC236}">
                <a16:creationId xmlns:a16="http://schemas.microsoft.com/office/drawing/2014/main" id="{02765E02-3F5D-3699-9025-1822950411EA}"/>
              </a:ext>
            </a:extLst>
          </p:cNvPr>
          <p:cNvSpPr txBox="1">
            <a:spLocks/>
          </p:cNvSpPr>
          <p:nvPr/>
        </p:nvSpPr>
        <p:spPr>
          <a:xfrm>
            <a:off x="443161" y="6213749"/>
            <a:ext cx="10026986" cy="669862"/>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1600" i="1">
                <a:solidFill>
                  <a:schemeClr val="bg1"/>
                </a:solidFill>
                <a:ea typeface="+mn-lt"/>
                <a:cs typeface="+mn-lt"/>
              </a:rPr>
              <a:t>Triangulation: Temporal + Spatial + Methodological</a:t>
            </a:r>
            <a:endParaRPr lang="en-US" sz="1600" i="1">
              <a:solidFill>
                <a:schemeClr val="bg1"/>
              </a:solidFill>
            </a:endParaRPr>
          </a:p>
        </p:txBody>
      </p:sp>
      <p:sp>
        <p:nvSpPr>
          <p:cNvPr id="4" name="TextBox 3">
            <a:extLst>
              <a:ext uri="{FF2B5EF4-FFF2-40B4-BE49-F238E27FC236}">
                <a16:creationId xmlns:a16="http://schemas.microsoft.com/office/drawing/2014/main" id="{06AF5E49-1CED-88B3-4C80-DEAF5DEF0680}"/>
              </a:ext>
            </a:extLst>
          </p:cNvPr>
          <p:cNvSpPr txBox="1"/>
          <p:nvPr/>
        </p:nvSpPr>
        <p:spPr>
          <a:xfrm>
            <a:off x="446900" y="304632"/>
            <a:ext cx="723405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rgbClr val="EE6F00"/>
                </a:solidFill>
              </a:rPr>
              <a:t>P</a:t>
            </a:r>
            <a:r>
              <a:rPr lang="en-US" sz="3200" b="1" dirty="0">
                <a:solidFill>
                  <a:schemeClr val="bg1"/>
                </a:solidFill>
              </a:rPr>
              <a:t>ROPOSED </a:t>
            </a:r>
            <a:r>
              <a:rPr lang="en-US" sz="4000" b="1" dirty="0">
                <a:solidFill>
                  <a:srgbClr val="EE6F00"/>
                </a:solidFill>
              </a:rPr>
              <a:t>M</a:t>
            </a:r>
            <a:r>
              <a:rPr lang="en-US" sz="3200" b="1" dirty="0">
                <a:solidFill>
                  <a:schemeClr val="bg1"/>
                </a:solidFill>
              </a:rPr>
              <a:t>ETHODOLOGY</a:t>
            </a:r>
            <a:endParaRPr lang="en-US" sz="1200" b="1" dirty="0">
              <a:solidFill>
                <a:schemeClr val="bg1"/>
              </a:solidFill>
              <a:cs typeface="Segoe UI"/>
            </a:endParaRPr>
          </a:p>
        </p:txBody>
      </p:sp>
      <p:pic>
        <p:nvPicPr>
          <p:cNvPr id="7" name="Picture 6" descr="A diagram of a diagram&#10;&#10;AI-generated content may be incorrect.">
            <a:extLst>
              <a:ext uri="{FF2B5EF4-FFF2-40B4-BE49-F238E27FC236}">
                <a16:creationId xmlns:a16="http://schemas.microsoft.com/office/drawing/2014/main" id="{4576D5FD-3E2F-2F03-3573-216FEA91ED52}"/>
              </a:ext>
            </a:extLst>
          </p:cNvPr>
          <p:cNvPicPr>
            <a:picLocks noChangeAspect="1"/>
          </p:cNvPicPr>
          <p:nvPr/>
        </p:nvPicPr>
        <p:blipFill>
          <a:blip r:embed="rId6"/>
          <a:srcRect l="1033"/>
          <a:stretch>
            <a:fillRect/>
          </a:stretch>
        </p:blipFill>
        <p:spPr>
          <a:xfrm>
            <a:off x="1051219" y="3440002"/>
            <a:ext cx="10060804" cy="205083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7" name="Rectangle 16">
            <a:extLst>
              <a:ext uri="{FF2B5EF4-FFF2-40B4-BE49-F238E27FC236}">
                <a16:creationId xmlns:a16="http://schemas.microsoft.com/office/drawing/2014/main" id="{65928D13-CF45-D42B-C425-7F9E8DC24B92}"/>
              </a:ext>
            </a:extLst>
          </p:cNvPr>
          <p:cNvSpPr/>
          <p:nvPr/>
        </p:nvSpPr>
        <p:spPr>
          <a:xfrm>
            <a:off x="907005" y="1755051"/>
            <a:ext cx="7732558" cy="935680"/>
          </a:xfrm>
          <a:prstGeom prst="rect">
            <a:avLst/>
          </a:prstGeom>
          <a:solidFill>
            <a:srgbClr val="000000">
              <a:alpha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2F2F2"/>
              </a:solidFill>
            </a:endParaRPr>
          </a:p>
        </p:txBody>
      </p:sp>
      <p:sp>
        <p:nvSpPr>
          <p:cNvPr id="19" name="Content Placeholder 2">
            <a:extLst>
              <a:ext uri="{FF2B5EF4-FFF2-40B4-BE49-F238E27FC236}">
                <a16:creationId xmlns:a16="http://schemas.microsoft.com/office/drawing/2014/main" id="{35EF81BE-1B17-A204-1EB8-405BBB540CA2}"/>
              </a:ext>
            </a:extLst>
          </p:cNvPr>
          <p:cNvSpPr txBox="1">
            <a:spLocks/>
          </p:cNvSpPr>
          <p:nvPr/>
        </p:nvSpPr>
        <p:spPr>
          <a:xfrm>
            <a:off x="904636" y="2108810"/>
            <a:ext cx="7307685" cy="750453"/>
          </a:xfrm>
          <a:prstGeom prst="rect">
            <a:avLst/>
          </a:prstGeom>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b="1">
                <a:solidFill>
                  <a:schemeClr val="bg1"/>
                </a:solidFill>
                <a:ea typeface="+mn-lt"/>
                <a:cs typeface="+mn-lt"/>
              </a:rPr>
              <a:t>Quantitative Correlational Design (Pragmatic-Positivist)</a:t>
            </a:r>
          </a:p>
          <a:p>
            <a:pPr marL="0" indent="0">
              <a:buNone/>
            </a:pPr>
            <a:endParaRPr lang="en-US" b="1" dirty="0">
              <a:solidFill>
                <a:schemeClr val="bg1"/>
              </a:solidFill>
            </a:endParaRPr>
          </a:p>
        </p:txBody>
      </p:sp>
      <p:sp>
        <p:nvSpPr>
          <p:cNvPr id="2" name="Rectangle: Rounded Corners 1">
            <a:extLst>
              <a:ext uri="{FF2B5EF4-FFF2-40B4-BE49-F238E27FC236}">
                <a16:creationId xmlns:a16="http://schemas.microsoft.com/office/drawing/2014/main" id="{FBB8DAC8-CC5E-DD87-2AAB-A5AB3D174F67}"/>
              </a:ext>
            </a:extLst>
          </p:cNvPr>
          <p:cNvSpPr/>
          <p:nvPr/>
        </p:nvSpPr>
        <p:spPr>
          <a:xfrm>
            <a:off x="1078524" y="4460632"/>
            <a:ext cx="1418491" cy="1019907"/>
          </a:xfrm>
          <a:prstGeom prst="roundRect">
            <a:avLst/>
          </a:prstGeom>
          <a:solidFill>
            <a:srgbClr val="D0E8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Data Import</a:t>
            </a:r>
            <a:endParaRPr lang="en-US" sz="1400" b="1">
              <a:solidFill>
                <a:schemeClr val="tx1"/>
              </a:solidFill>
            </a:endParaRPr>
          </a:p>
        </p:txBody>
      </p:sp>
      <p:sp>
        <p:nvSpPr>
          <p:cNvPr id="3" name="Rectangle: Rounded Corners 2">
            <a:extLst>
              <a:ext uri="{FF2B5EF4-FFF2-40B4-BE49-F238E27FC236}">
                <a16:creationId xmlns:a16="http://schemas.microsoft.com/office/drawing/2014/main" id="{F316CEE6-8AF6-912D-6990-ACFB192255DB}"/>
              </a:ext>
            </a:extLst>
          </p:cNvPr>
          <p:cNvSpPr/>
          <p:nvPr/>
        </p:nvSpPr>
        <p:spPr>
          <a:xfrm>
            <a:off x="2860430" y="4460630"/>
            <a:ext cx="1336430" cy="1019907"/>
          </a:xfrm>
          <a:prstGeom prst="roundRect">
            <a:avLst/>
          </a:prstGeom>
          <a:solidFill>
            <a:srgbClr val="D0E8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b="1">
                <a:solidFill>
                  <a:schemeClr val="tx1"/>
                </a:solidFill>
              </a:rPr>
              <a:t>Cleaning</a:t>
            </a:r>
            <a:endParaRPr lang="en-US" b="1">
              <a:solidFill>
                <a:srgbClr val="FFFFFF"/>
              </a:solidFill>
            </a:endParaRPr>
          </a:p>
          <a:p>
            <a:pPr algn="ctr"/>
            <a:r>
              <a:rPr lang="en-GB" sz="900" b="1" dirty="0">
                <a:solidFill>
                  <a:schemeClr val="tx1"/>
                </a:solidFill>
              </a:rPr>
              <a:t>(Pandas + </a:t>
            </a:r>
            <a:r>
              <a:rPr lang="en-GB" sz="900" b="1">
                <a:solidFill>
                  <a:schemeClr val="tx1"/>
                </a:solidFill>
              </a:rPr>
              <a:t>Numpy)</a:t>
            </a:r>
            <a:endParaRPr lang="en-GB" sz="900" b="1" dirty="0">
              <a:solidFill>
                <a:schemeClr val="tx1"/>
              </a:solidFill>
            </a:endParaRPr>
          </a:p>
        </p:txBody>
      </p:sp>
      <p:sp>
        <p:nvSpPr>
          <p:cNvPr id="6" name="Rectangle: Rounded Corners 5">
            <a:extLst>
              <a:ext uri="{FF2B5EF4-FFF2-40B4-BE49-F238E27FC236}">
                <a16:creationId xmlns:a16="http://schemas.microsoft.com/office/drawing/2014/main" id="{0788F377-3D0E-D9E7-C10E-C87D3FB5A64C}"/>
              </a:ext>
            </a:extLst>
          </p:cNvPr>
          <p:cNvSpPr/>
          <p:nvPr/>
        </p:nvSpPr>
        <p:spPr>
          <a:xfrm>
            <a:off x="4560275" y="4460629"/>
            <a:ext cx="1301261" cy="1019907"/>
          </a:xfrm>
          <a:prstGeom prst="roundRect">
            <a:avLst/>
          </a:prstGeom>
          <a:solidFill>
            <a:srgbClr val="D0E8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b="1">
                <a:solidFill>
                  <a:schemeClr val="tx1"/>
                </a:solidFill>
              </a:rPr>
              <a:t>Aggregation</a:t>
            </a:r>
            <a:endParaRPr lang="en-US" b="1">
              <a:solidFill>
                <a:srgbClr val="FFFFFF"/>
              </a:solidFill>
            </a:endParaRPr>
          </a:p>
          <a:p>
            <a:pPr algn="ctr"/>
            <a:r>
              <a:rPr lang="en-GB" sz="900" b="1">
                <a:solidFill>
                  <a:schemeClr val="tx1"/>
                </a:solidFill>
              </a:rPr>
              <a:t>(By Month/Clinic)</a:t>
            </a:r>
            <a:endParaRPr lang="en-GB" sz="900" b="1" dirty="0">
              <a:solidFill>
                <a:schemeClr val="tx1"/>
              </a:solidFill>
            </a:endParaRPr>
          </a:p>
        </p:txBody>
      </p:sp>
      <p:sp>
        <p:nvSpPr>
          <p:cNvPr id="8" name="Rectangle: Rounded Corners 7">
            <a:extLst>
              <a:ext uri="{FF2B5EF4-FFF2-40B4-BE49-F238E27FC236}">
                <a16:creationId xmlns:a16="http://schemas.microsoft.com/office/drawing/2014/main" id="{713A34DA-4306-D28A-81C1-B8E6BA438145}"/>
              </a:ext>
            </a:extLst>
          </p:cNvPr>
          <p:cNvSpPr/>
          <p:nvPr/>
        </p:nvSpPr>
        <p:spPr>
          <a:xfrm>
            <a:off x="6213228" y="4450468"/>
            <a:ext cx="1372381" cy="1040227"/>
          </a:xfrm>
          <a:prstGeom prst="roundRect">
            <a:avLst/>
          </a:prstGeom>
          <a:solidFill>
            <a:srgbClr val="D0E8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b="1">
                <a:solidFill>
                  <a:schemeClr val="tx1"/>
                </a:solidFill>
              </a:rPr>
              <a:t>Correlation Analysis</a:t>
            </a:r>
            <a:endParaRPr lang="en-US" b="1">
              <a:solidFill>
                <a:srgbClr val="FFFFFF"/>
              </a:solidFill>
            </a:endParaRPr>
          </a:p>
          <a:p>
            <a:pPr algn="ctr"/>
            <a:r>
              <a:rPr lang="en-GB" sz="900" b="1">
                <a:solidFill>
                  <a:schemeClr val="tx1"/>
                </a:solidFill>
              </a:rPr>
              <a:t>(Pearson/Spearman</a:t>
            </a:r>
            <a:r>
              <a:rPr lang="en-GB" sz="900" b="1" dirty="0">
                <a:solidFill>
                  <a:schemeClr val="tx1"/>
                </a:solidFill>
              </a:rPr>
              <a:t>)</a:t>
            </a:r>
          </a:p>
        </p:txBody>
      </p:sp>
      <p:sp>
        <p:nvSpPr>
          <p:cNvPr id="9" name="Rectangle: Rounded Corners 8">
            <a:extLst>
              <a:ext uri="{FF2B5EF4-FFF2-40B4-BE49-F238E27FC236}">
                <a16:creationId xmlns:a16="http://schemas.microsoft.com/office/drawing/2014/main" id="{52E58862-F20F-589A-6F78-382A95D3ABB1}"/>
              </a:ext>
            </a:extLst>
          </p:cNvPr>
          <p:cNvSpPr/>
          <p:nvPr/>
        </p:nvSpPr>
        <p:spPr>
          <a:xfrm>
            <a:off x="7901352" y="4460628"/>
            <a:ext cx="1430214" cy="1031630"/>
          </a:xfrm>
          <a:prstGeom prst="roundRect">
            <a:avLst/>
          </a:prstGeom>
          <a:solidFill>
            <a:srgbClr val="D0E8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b="1">
                <a:solidFill>
                  <a:schemeClr val="tx1"/>
                </a:solidFill>
              </a:rPr>
              <a:t>Regression Model</a:t>
            </a:r>
            <a:endParaRPr lang="en-US" b="1">
              <a:solidFill>
                <a:srgbClr val="FFFFFF"/>
              </a:solidFill>
            </a:endParaRPr>
          </a:p>
          <a:p>
            <a:pPr algn="ctr"/>
            <a:r>
              <a:rPr lang="en-GB" sz="900" b="1">
                <a:solidFill>
                  <a:schemeClr val="tx1"/>
                </a:solidFill>
              </a:rPr>
              <a:t>(Linear)</a:t>
            </a:r>
            <a:endParaRPr lang="en-GB" sz="900" b="1" dirty="0">
              <a:solidFill>
                <a:schemeClr val="tx1"/>
              </a:solidFill>
            </a:endParaRPr>
          </a:p>
        </p:txBody>
      </p:sp>
      <p:sp>
        <p:nvSpPr>
          <p:cNvPr id="12" name="Rectangle: Rounded Corners 11">
            <a:extLst>
              <a:ext uri="{FF2B5EF4-FFF2-40B4-BE49-F238E27FC236}">
                <a16:creationId xmlns:a16="http://schemas.microsoft.com/office/drawing/2014/main" id="{04054A0B-438E-6369-FCF1-22CFB496F585}"/>
              </a:ext>
            </a:extLst>
          </p:cNvPr>
          <p:cNvSpPr/>
          <p:nvPr/>
        </p:nvSpPr>
        <p:spPr>
          <a:xfrm>
            <a:off x="9601196" y="4448904"/>
            <a:ext cx="1418491" cy="1031630"/>
          </a:xfrm>
          <a:prstGeom prst="roundRect">
            <a:avLst/>
          </a:prstGeom>
          <a:solidFill>
            <a:srgbClr val="D0E8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b="1">
                <a:solidFill>
                  <a:schemeClr val="tx1"/>
                </a:solidFill>
              </a:rPr>
              <a:t>Visualization</a:t>
            </a:r>
            <a:endParaRPr lang="en-US" b="1"/>
          </a:p>
          <a:p>
            <a:pPr algn="ctr"/>
            <a:r>
              <a:rPr lang="en-GB" sz="900" b="1">
                <a:solidFill>
                  <a:schemeClr val="tx1"/>
                </a:solidFill>
              </a:rPr>
              <a:t>(Streamlit/Jinja2)</a:t>
            </a:r>
            <a:endParaRPr lang="en-GB" sz="900" b="1" dirty="0">
              <a:solidFill>
                <a:schemeClr val="tx1"/>
              </a:solidFill>
            </a:endParaRPr>
          </a:p>
        </p:txBody>
      </p:sp>
    </p:spTree>
    <p:custDataLst>
      <p:tags r:id="rId1"/>
    </p:custDataLst>
    <p:extLst>
      <p:ext uri="{BB962C8B-B14F-4D97-AF65-F5344CB8AC3E}">
        <p14:creationId xmlns:p14="http://schemas.microsoft.com/office/powerpoint/2010/main" val="1250170116"/>
      </p:ext>
    </p:extLst>
  </p:cSld>
  <p:clrMapOvr>
    <a:masterClrMapping/>
  </p:clrMapOvr>
  <mc:AlternateContent xmlns:mc="http://schemas.openxmlformats.org/markup-compatibility/2006" xmlns:p14="http://schemas.microsoft.com/office/powerpoint/2010/main">
    <mc:Choice Requires="p14">
      <p:transition spd="slow" p14:dur="2000" advTm="20106"/>
    </mc:Choice>
    <mc:Fallback xmlns="">
      <p:transition spd="slow" advTm="2010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8"/>
                                        </p:tgtEl>
                                        <p:attrNameLst>
                                          <p:attrName>style.visibility</p:attrName>
                                        </p:attrNameLst>
                                      </p:cBhvr>
                                      <p:to>
                                        <p:strVal val="visible"/>
                                      </p:to>
                                    </p:set>
                                    <p:animEffect transition="in" filter="fade">
                                      <p:cBhvr>
                                        <p:cTn id="34"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17" grpId="0" animBg="1"/>
      <p:bldP spid="19" grpId="0"/>
      <p:bldP spid="2" grpId="0" animBg="1"/>
      <p:bldP spid="3" grpId="0" animBg="1"/>
      <p:bldP spid="6" grpId="0" animBg="1"/>
      <p:bldP spid="8" grpId="0" animBg="1"/>
      <p:bldP spid="9"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585DE-3FA0-E957-9088-3D8DBDF7A26E}"/>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98986809-2728-D6ED-EFB2-4AABBE94914D}"/>
              </a:ext>
            </a:extLst>
          </p:cNvPr>
          <p:cNvSpPr/>
          <p:nvPr/>
        </p:nvSpPr>
        <p:spPr>
          <a:xfrm>
            <a:off x="4097547" y="-14377"/>
            <a:ext cx="3994124" cy="6867827"/>
          </a:xfrm>
          <a:prstGeom prst="rect">
            <a:avLst/>
          </a:prstGeom>
          <a:solidFill>
            <a:schemeClr val="tx1">
              <a:lumMod val="75000"/>
              <a:lumOff val="2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A623415-DDB0-43F3-F36E-627C16E24D16}"/>
              </a:ext>
            </a:extLst>
          </p:cNvPr>
          <p:cNvSpPr/>
          <p:nvPr/>
        </p:nvSpPr>
        <p:spPr>
          <a:xfrm>
            <a:off x="-1" y="-14378"/>
            <a:ext cx="3994124" cy="6867827"/>
          </a:xfrm>
          <a:prstGeom prst="rect">
            <a:avLst/>
          </a:prstGeom>
          <a:solidFill>
            <a:schemeClr val="tx1">
              <a:lumMod val="50000"/>
              <a:lumOff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290E7CB-46EF-73D7-9704-39258E535F9C}"/>
              </a:ext>
            </a:extLst>
          </p:cNvPr>
          <p:cNvSpPr/>
          <p:nvPr/>
        </p:nvSpPr>
        <p:spPr>
          <a:xfrm>
            <a:off x="8195094" y="-14377"/>
            <a:ext cx="3994124" cy="6867827"/>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person in blue shirt writing on white paper">
            <a:extLst>
              <a:ext uri="{FF2B5EF4-FFF2-40B4-BE49-F238E27FC236}">
                <a16:creationId xmlns:a16="http://schemas.microsoft.com/office/drawing/2014/main" id="{64C59D7C-8956-0B8E-0E68-02CA77F9FA9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342" b="7640"/>
          <a:stretch>
            <a:fillRect/>
          </a:stretch>
        </p:blipFill>
        <p:spPr bwMode="auto">
          <a:xfrm>
            <a:off x="2782" y="-14378"/>
            <a:ext cx="12186435" cy="686271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8F7028D-047B-02D2-A86E-1665453807D5}"/>
              </a:ext>
            </a:extLst>
          </p:cNvPr>
          <p:cNvSpPr/>
          <p:nvPr/>
        </p:nvSpPr>
        <p:spPr>
          <a:xfrm>
            <a:off x="-1" y="-19493"/>
            <a:ext cx="12196894" cy="6941264"/>
          </a:xfrm>
          <a:prstGeom prst="rect">
            <a:avLst/>
          </a:prstGeom>
          <a:solidFill>
            <a:srgbClr val="000000">
              <a:alpha val="64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69D4B7E-72BE-43C4-2585-B6971F2160F9}"/>
              </a:ext>
            </a:extLst>
          </p:cNvPr>
          <p:cNvSpPr/>
          <p:nvPr/>
        </p:nvSpPr>
        <p:spPr>
          <a:xfrm>
            <a:off x="-29879" y="811183"/>
            <a:ext cx="12221879" cy="100473"/>
          </a:xfrm>
          <a:prstGeom prst="rect">
            <a:avLst/>
          </a:prstGeom>
          <a:solidFill>
            <a:srgbClr val="FF4F00">
              <a:alpha val="29779"/>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a:p>
        </p:txBody>
      </p:sp>
      <p:sp>
        <p:nvSpPr>
          <p:cNvPr id="17" name="Rectangle 16">
            <a:extLst>
              <a:ext uri="{FF2B5EF4-FFF2-40B4-BE49-F238E27FC236}">
                <a16:creationId xmlns:a16="http://schemas.microsoft.com/office/drawing/2014/main" id="{30C5947A-1506-2A95-AF12-ED4571B27A98}"/>
              </a:ext>
            </a:extLst>
          </p:cNvPr>
          <p:cNvSpPr/>
          <p:nvPr/>
        </p:nvSpPr>
        <p:spPr>
          <a:xfrm>
            <a:off x="275100" y="1439100"/>
            <a:ext cx="5613830" cy="2422508"/>
          </a:xfrm>
          <a:prstGeom prst="rect">
            <a:avLst/>
          </a:prstGeom>
          <a:solidFill>
            <a:srgbClr val="000000">
              <a:alpha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2F2F2"/>
              </a:solidFill>
            </a:endParaRPr>
          </a:p>
        </p:txBody>
      </p:sp>
      <p:sp>
        <p:nvSpPr>
          <p:cNvPr id="3" name="TextBox 2">
            <a:extLst>
              <a:ext uri="{FF2B5EF4-FFF2-40B4-BE49-F238E27FC236}">
                <a16:creationId xmlns:a16="http://schemas.microsoft.com/office/drawing/2014/main" id="{BD31AA46-EFA4-9D39-574B-7B620A6F805A}"/>
              </a:ext>
            </a:extLst>
          </p:cNvPr>
          <p:cNvSpPr txBox="1"/>
          <p:nvPr/>
        </p:nvSpPr>
        <p:spPr>
          <a:xfrm>
            <a:off x="446901" y="304632"/>
            <a:ext cx="608050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rgbClr val="EE6F00"/>
                </a:solidFill>
              </a:rPr>
              <a:t>M</a:t>
            </a:r>
            <a:r>
              <a:rPr lang="en-US" sz="3200" b="1" dirty="0">
                <a:solidFill>
                  <a:schemeClr val="bg1"/>
                </a:solidFill>
              </a:rPr>
              <a:t>ETHODS &amp; </a:t>
            </a:r>
            <a:r>
              <a:rPr lang="en-US" sz="4000" b="1">
                <a:solidFill>
                  <a:srgbClr val="EE6F00"/>
                </a:solidFill>
              </a:rPr>
              <a:t>T</a:t>
            </a:r>
            <a:r>
              <a:rPr lang="en-US" sz="3200" b="1">
                <a:solidFill>
                  <a:schemeClr val="bg1"/>
                </a:solidFill>
              </a:rPr>
              <a:t>OOLS</a:t>
            </a:r>
            <a:endParaRPr lang="en-US" sz="1200" b="1" dirty="0">
              <a:solidFill>
                <a:schemeClr val="bg1"/>
              </a:solidFill>
              <a:cs typeface="Segoe UI"/>
            </a:endParaRPr>
          </a:p>
        </p:txBody>
      </p:sp>
      <p:sp>
        <p:nvSpPr>
          <p:cNvPr id="8" name="Rectangle 7">
            <a:extLst>
              <a:ext uri="{FF2B5EF4-FFF2-40B4-BE49-F238E27FC236}">
                <a16:creationId xmlns:a16="http://schemas.microsoft.com/office/drawing/2014/main" id="{03842F8F-523A-D7D9-BF44-FACCDBFEBB8B}"/>
              </a:ext>
            </a:extLst>
          </p:cNvPr>
          <p:cNvSpPr/>
          <p:nvPr/>
        </p:nvSpPr>
        <p:spPr>
          <a:xfrm>
            <a:off x="6170378" y="1442817"/>
            <a:ext cx="5613830" cy="2422508"/>
          </a:xfrm>
          <a:prstGeom prst="rect">
            <a:avLst/>
          </a:prstGeom>
          <a:solidFill>
            <a:srgbClr val="000000">
              <a:alpha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2F2F2"/>
              </a:solidFill>
            </a:endParaRPr>
          </a:p>
        </p:txBody>
      </p:sp>
      <p:pic>
        <p:nvPicPr>
          <p:cNvPr id="10" name="Picture 9" descr="Torrens University Australia research repository - Browse">
            <a:extLst>
              <a:ext uri="{FF2B5EF4-FFF2-40B4-BE49-F238E27FC236}">
                <a16:creationId xmlns:a16="http://schemas.microsoft.com/office/drawing/2014/main" id="{3EE29942-79D4-F7CD-21F0-60E5D45383D8}"/>
              </a:ext>
            </a:extLst>
          </p:cNvPr>
          <p:cNvPicPr>
            <a:picLocks noChangeAspect="1"/>
          </p:cNvPicPr>
          <p:nvPr/>
        </p:nvPicPr>
        <p:blipFill>
          <a:blip r:embed="rId5"/>
          <a:stretch>
            <a:fillRect/>
          </a:stretch>
        </p:blipFill>
        <p:spPr>
          <a:xfrm>
            <a:off x="10810326" y="6179120"/>
            <a:ext cx="1384454" cy="742651"/>
          </a:xfrm>
          <a:prstGeom prst="rect">
            <a:avLst/>
          </a:prstGeom>
        </p:spPr>
      </p:pic>
      <p:sp>
        <p:nvSpPr>
          <p:cNvPr id="19" name="Content Placeholder 2">
            <a:extLst>
              <a:ext uri="{FF2B5EF4-FFF2-40B4-BE49-F238E27FC236}">
                <a16:creationId xmlns:a16="http://schemas.microsoft.com/office/drawing/2014/main" id="{9A512299-77C7-0143-7600-3DD56C9B99DB}"/>
              </a:ext>
            </a:extLst>
          </p:cNvPr>
          <p:cNvSpPr txBox="1">
            <a:spLocks/>
          </p:cNvSpPr>
          <p:nvPr/>
        </p:nvSpPr>
        <p:spPr>
          <a:xfrm>
            <a:off x="300612" y="1439737"/>
            <a:ext cx="5514198" cy="2358088"/>
          </a:xfrm>
          <a:prstGeom prst="rect">
            <a:avLst/>
          </a:prstGeom>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b="1">
                <a:solidFill>
                  <a:schemeClr val="bg1"/>
                </a:solidFill>
                <a:ea typeface="+mn-lt"/>
                <a:cs typeface="+mn-lt"/>
              </a:rPr>
              <a:t>Analytical Workflow:</a:t>
            </a:r>
          </a:p>
          <a:p>
            <a:pPr>
              <a:buNone/>
            </a:pPr>
            <a:r>
              <a:rPr lang="en-US" sz="1600">
                <a:solidFill>
                  <a:schemeClr val="bg1"/>
                </a:solidFill>
                <a:ea typeface="+mn-lt"/>
                <a:cs typeface="+mn-lt"/>
              </a:rPr>
              <a:t>• </a:t>
            </a:r>
            <a:r>
              <a:rPr lang="en-US" sz="1800">
                <a:solidFill>
                  <a:schemeClr val="bg1"/>
                </a:solidFill>
                <a:ea typeface="+mn-lt"/>
                <a:cs typeface="+mn-lt"/>
              </a:rPr>
              <a:t>Descriptive Statistics</a:t>
            </a:r>
            <a:r>
              <a:rPr lang="en-US" sz="1600" i="1">
                <a:solidFill>
                  <a:schemeClr val="bg1"/>
                </a:solidFill>
                <a:ea typeface="+mn-lt"/>
                <a:cs typeface="+mn-lt"/>
              </a:rPr>
              <a:t> (mean, SD, distribution) </a:t>
            </a:r>
            <a:endParaRPr lang="en-US" sz="1600" i="1">
              <a:solidFill>
                <a:schemeClr val="bg1"/>
              </a:solidFill>
            </a:endParaRPr>
          </a:p>
          <a:p>
            <a:pPr>
              <a:buNone/>
            </a:pPr>
            <a:r>
              <a:rPr lang="en-US" sz="1600">
                <a:solidFill>
                  <a:schemeClr val="bg1"/>
                </a:solidFill>
                <a:ea typeface="+mn-lt"/>
                <a:cs typeface="+mn-lt"/>
              </a:rPr>
              <a:t>• </a:t>
            </a:r>
            <a:r>
              <a:rPr lang="en-US" sz="1800">
                <a:solidFill>
                  <a:schemeClr val="bg1"/>
                </a:solidFill>
                <a:ea typeface="+mn-lt"/>
                <a:cs typeface="+mn-lt"/>
              </a:rPr>
              <a:t>Pearson/Spearman Correlation</a:t>
            </a:r>
            <a:r>
              <a:rPr lang="en-US" sz="1600">
                <a:solidFill>
                  <a:schemeClr val="bg1"/>
                </a:solidFill>
                <a:ea typeface="+mn-lt"/>
                <a:cs typeface="+mn-lt"/>
              </a:rPr>
              <a:t> </a:t>
            </a:r>
            <a:r>
              <a:rPr lang="en-US" sz="1600" i="1">
                <a:solidFill>
                  <a:schemeClr val="bg1"/>
                </a:solidFill>
                <a:ea typeface="+mn-lt"/>
                <a:cs typeface="+mn-lt"/>
              </a:rPr>
              <a:t>(strength + direction)</a:t>
            </a:r>
            <a:endParaRPr lang="en-US" sz="1600" i="1">
              <a:solidFill>
                <a:schemeClr val="bg1"/>
              </a:solidFill>
            </a:endParaRPr>
          </a:p>
          <a:p>
            <a:pPr>
              <a:buNone/>
            </a:pPr>
            <a:r>
              <a:rPr lang="en-US" sz="1600">
                <a:solidFill>
                  <a:schemeClr val="bg1"/>
                </a:solidFill>
                <a:ea typeface="+mn-lt"/>
                <a:cs typeface="+mn-lt"/>
              </a:rPr>
              <a:t>• </a:t>
            </a:r>
            <a:r>
              <a:rPr lang="en-US" sz="1800">
                <a:solidFill>
                  <a:schemeClr val="bg1"/>
                </a:solidFill>
                <a:ea typeface="+mn-lt"/>
                <a:cs typeface="+mn-lt"/>
              </a:rPr>
              <a:t>Linear Regression</a:t>
            </a:r>
            <a:r>
              <a:rPr lang="en-US" sz="1800" i="1">
                <a:solidFill>
                  <a:schemeClr val="bg1"/>
                </a:solidFill>
                <a:ea typeface="+mn-lt"/>
                <a:cs typeface="+mn-lt"/>
              </a:rPr>
              <a:t> </a:t>
            </a:r>
            <a:r>
              <a:rPr lang="en-US" sz="1600" i="1">
                <a:solidFill>
                  <a:schemeClr val="bg1"/>
                </a:solidFill>
                <a:ea typeface="+mn-lt"/>
                <a:cs typeface="+mn-lt"/>
              </a:rPr>
              <a:t>(predictive capacity with lags)</a:t>
            </a:r>
            <a:endParaRPr lang="en-US" sz="1600" i="1">
              <a:solidFill>
                <a:schemeClr val="bg1"/>
              </a:solidFill>
            </a:endParaRPr>
          </a:p>
          <a:p>
            <a:pPr>
              <a:buNone/>
            </a:pPr>
            <a:r>
              <a:rPr lang="en-US" sz="1600">
                <a:solidFill>
                  <a:schemeClr val="bg1"/>
                </a:solidFill>
                <a:ea typeface="+mn-lt"/>
                <a:cs typeface="+mn-lt"/>
              </a:rPr>
              <a:t>• </a:t>
            </a:r>
            <a:r>
              <a:rPr lang="en-US" sz="1800">
                <a:solidFill>
                  <a:schemeClr val="bg1"/>
                </a:solidFill>
                <a:ea typeface="+mn-lt"/>
                <a:cs typeface="+mn-lt"/>
              </a:rPr>
              <a:t>K-means </a:t>
            </a:r>
            <a:r>
              <a:rPr lang="en-US" sz="1800" dirty="0">
                <a:solidFill>
                  <a:schemeClr val="bg1"/>
                </a:solidFill>
                <a:ea typeface="+mn-lt"/>
                <a:cs typeface="+mn-lt"/>
              </a:rPr>
              <a:t>Clustering</a:t>
            </a:r>
            <a:r>
              <a:rPr lang="en-US" sz="1600" i="1" dirty="0">
                <a:solidFill>
                  <a:schemeClr val="bg1"/>
                </a:solidFill>
                <a:ea typeface="+mn-lt"/>
                <a:cs typeface="+mn-lt"/>
              </a:rPr>
              <a:t> (clinic behavioral segmentation)</a:t>
            </a:r>
            <a:endParaRPr lang="en-US" sz="1600" i="1">
              <a:solidFill>
                <a:schemeClr val="bg1"/>
              </a:solidFill>
            </a:endParaRPr>
          </a:p>
        </p:txBody>
      </p:sp>
      <p:sp>
        <p:nvSpPr>
          <p:cNvPr id="12" name="Content Placeholder 2">
            <a:extLst>
              <a:ext uri="{FF2B5EF4-FFF2-40B4-BE49-F238E27FC236}">
                <a16:creationId xmlns:a16="http://schemas.microsoft.com/office/drawing/2014/main" id="{DFF3436A-9060-F2EC-470E-F6CDC98BB341}"/>
              </a:ext>
            </a:extLst>
          </p:cNvPr>
          <p:cNvSpPr txBox="1">
            <a:spLocks/>
          </p:cNvSpPr>
          <p:nvPr/>
        </p:nvSpPr>
        <p:spPr>
          <a:xfrm>
            <a:off x="6195890" y="1443455"/>
            <a:ext cx="5374808" cy="2358088"/>
          </a:xfrm>
          <a:prstGeom prst="rect">
            <a:avLst/>
          </a:prstGeom>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b="1">
                <a:solidFill>
                  <a:schemeClr val="bg1"/>
                </a:solidFill>
                <a:ea typeface="+mn-lt"/>
                <a:cs typeface="+mn-lt"/>
              </a:rPr>
              <a:t>Ethics &amp; Governance:</a:t>
            </a:r>
          </a:p>
          <a:p>
            <a:pPr>
              <a:buNone/>
            </a:pPr>
            <a:r>
              <a:rPr lang="en-US" sz="1600">
                <a:solidFill>
                  <a:schemeClr val="bg1"/>
                </a:solidFill>
                <a:ea typeface="+mn-lt"/>
                <a:cs typeface="+mn-lt"/>
              </a:rPr>
              <a:t>• </a:t>
            </a:r>
            <a:r>
              <a:rPr lang="en-US" sz="1800">
                <a:solidFill>
                  <a:schemeClr val="bg1"/>
                </a:solidFill>
                <a:ea typeface="+mn-lt"/>
                <a:cs typeface="+mn-lt"/>
              </a:rPr>
              <a:t>Anonymized data</a:t>
            </a:r>
            <a:r>
              <a:rPr lang="en-US" sz="1600">
                <a:solidFill>
                  <a:schemeClr val="bg1"/>
                </a:solidFill>
                <a:ea typeface="+mn-lt"/>
                <a:cs typeface="+mn-lt"/>
              </a:rPr>
              <a:t> </a:t>
            </a:r>
            <a:r>
              <a:rPr lang="en-US" sz="1600" i="1">
                <a:solidFill>
                  <a:schemeClr val="bg1"/>
                </a:solidFill>
                <a:ea typeface="+mn-lt"/>
                <a:cs typeface="+mn-lt"/>
              </a:rPr>
              <a:t>(clinic-month aggregation)</a:t>
            </a:r>
            <a:r>
              <a:rPr lang="en-US" sz="1600" i="1" dirty="0">
                <a:solidFill>
                  <a:schemeClr val="bg1"/>
                </a:solidFill>
                <a:latin typeface="Calisto MT"/>
                <a:ea typeface="+mn-lt"/>
                <a:cs typeface="+mn-lt"/>
              </a:rPr>
              <a:t> </a:t>
            </a:r>
            <a:endParaRPr lang="en-US" sz="1600" i="1">
              <a:solidFill>
                <a:schemeClr val="bg1"/>
              </a:solidFill>
            </a:endParaRPr>
          </a:p>
          <a:p>
            <a:pPr>
              <a:buNone/>
            </a:pPr>
            <a:r>
              <a:rPr lang="en-US" sz="1600" dirty="0">
                <a:solidFill>
                  <a:schemeClr val="bg1"/>
                </a:solidFill>
                <a:ea typeface="+mn-lt"/>
                <a:cs typeface="+mn-lt"/>
              </a:rPr>
              <a:t>•</a:t>
            </a:r>
            <a:r>
              <a:rPr lang="en-US" sz="1800" dirty="0">
                <a:solidFill>
                  <a:schemeClr val="bg1"/>
                </a:solidFill>
                <a:ea typeface="+mn-lt"/>
                <a:cs typeface="+mn-lt"/>
              </a:rPr>
              <a:t> Institutional consent </a:t>
            </a:r>
            <a:r>
              <a:rPr lang="en-US" sz="1600" i="1" dirty="0">
                <a:solidFill>
                  <a:schemeClr val="bg1"/>
                </a:solidFill>
                <a:ea typeface="+mn-lt"/>
                <a:cs typeface="+mn-lt"/>
              </a:rPr>
              <a:t>(</a:t>
            </a:r>
            <a:r>
              <a:rPr lang="en-US" sz="1600" i="1">
                <a:solidFill>
                  <a:schemeClr val="bg1"/>
                </a:solidFill>
                <a:ea typeface="+mn-lt"/>
                <a:cs typeface="+mn-lt"/>
              </a:rPr>
              <a:t>Pro-Corpo Estética) </a:t>
            </a:r>
            <a:endParaRPr lang="en-US" sz="1600">
              <a:solidFill>
                <a:schemeClr val="bg1"/>
              </a:solidFill>
              <a:ea typeface="+mn-lt"/>
              <a:cs typeface="+mn-lt"/>
            </a:endParaRPr>
          </a:p>
          <a:p>
            <a:pPr>
              <a:buNone/>
            </a:pPr>
            <a:r>
              <a:rPr lang="en-US" sz="1600">
                <a:solidFill>
                  <a:schemeClr val="bg1"/>
                </a:solidFill>
                <a:ea typeface="+mn-lt"/>
                <a:cs typeface="+mn-lt"/>
              </a:rPr>
              <a:t>• </a:t>
            </a:r>
            <a:r>
              <a:rPr lang="en-US" sz="1800">
                <a:solidFill>
                  <a:schemeClr val="bg1"/>
                </a:solidFill>
                <a:ea typeface="+mn-lt"/>
                <a:cs typeface="+mn-lt"/>
              </a:rPr>
              <a:t>Researcher reflexivity statement</a:t>
            </a:r>
            <a:r>
              <a:rPr lang="en-US" sz="1600">
                <a:solidFill>
                  <a:schemeClr val="bg1"/>
                </a:solidFill>
                <a:ea typeface="+mn-lt"/>
                <a:cs typeface="+mn-lt"/>
              </a:rPr>
              <a:t> </a:t>
            </a:r>
            <a:r>
              <a:rPr lang="en-US" sz="1600" i="1">
                <a:solidFill>
                  <a:schemeClr val="bg1"/>
                </a:solidFill>
                <a:ea typeface="+mn-lt"/>
                <a:cs typeface="+mn-lt"/>
              </a:rPr>
              <a:t>(former collaborator)</a:t>
            </a:r>
          </a:p>
          <a:p>
            <a:pPr>
              <a:buNone/>
            </a:pPr>
            <a:r>
              <a:rPr lang="en-US" sz="1600">
                <a:solidFill>
                  <a:schemeClr val="bg1"/>
                </a:solidFill>
                <a:ea typeface="+mn-lt"/>
                <a:cs typeface="+mn-lt"/>
              </a:rPr>
              <a:t>• LGPD + GDPR + Australian Privacy Act compliant</a:t>
            </a:r>
            <a:endParaRPr lang="en-US" sz="1600">
              <a:solidFill>
                <a:srgbClr val="000000"/>
              </a:solidFill>
              <a:ea typeface="+mn-lt"/>
              <a:cs typeface="+mn-lt"/>
            </a:endParaRPr>
          </a:p>
        </p:txBody>
      </p:sp>
      <p:pic>
        <p:nvPicPr>
          <p:cNvPr id="13" name="Picture 12" descr="A screen shot of a computer code&#10;&#10;AI-generated content may be incorrect.">
            <a:extLst>
              <a:ext uri="{FF2B5EF4-FFF2-40B4-BE49-F238E27FC236}">
                <a16:creationId xmlns:a16="http://schemas.microsoft.com/office/drawing/2014/main" id="{2F99F1AA-6F7A-D295-A2CB-3F4D0F75E413}"/>
              </a:ext>
            </a:extLst>
          </p:cNvPr>
          <p:cNvPicPr>
            <a:picLocks noChangeAspect="1"/>
          </p:cNvPicPr>
          <p:nvPr/>
        </p:nvPicPr>
        <p:blipFill>
          <a:blip r:embed="rId6"/>
          <a:stretch>
            <a:fillRect/>
          </a:stretch>
        </p:blipFill>
        <p:spPr>
          <a:xfrm>
            <a:off x="267165" y="4130714"/>
            <a:ext cx="6444473" cy="2053449"/>
          </a:xfrm>
          <a:prstGeom prst="rect">
            <a:avLst/>
          </a:prstGeom>
        </p:spPr>
      </p:pic>
    </p:spTree>
    <p:custDataLst>
      <p:tags r:id="rId1"/>
    </p:custDataLst>
    <p:extLst>
      <p:ext uri="{BB962C8B-B14F-4D97-AF65-F5344CB8AC3E}">
        <p14:creationId xmlns:p14="http://schemas.microsoft.com/office/powerpoint/2010/main" val="2357653410"/>
      </p:ext>
    </p:extLst>
  </p:cSld>
  <p:clrMapOvr>
    <a:masterClrMapping/>
  </p:clrMapOvr>
  <mc:AlternateContent xmlns:mc="http://schemas.openxmlformats.org/markup-compatibility/2006" xmlns:p14="http://schemas.microsoft.com/office/powerpoint/2010/main">
    <mc:Choice Requires="p14">
      <p:transition spd="slow" p14:dur="2000" advTm="51861"/>
    </mc:Choice>
    <mc:Fallback xmlns="">
      <p:transition spd="slow" advTm="5186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8" grpId="0" animBg="1"/>
      <p:bldP spid="19"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C90E2-3925-CE6F-D0EA-43D590A129C3}"/>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444133C6-74C6-E12E-79B0-6102B68F44E8}"/>
              </a:ext>
            </a:extLst>
          </p:cNvPr>
          <p:cNvSpPr/>
          <p:nvPr/>
        </p:nvSpPr>
        <p:spPr>
          <a:xfrm>
            <a:off x="4097547" y="-14377"/>
            <a:ext cx="3994124" cy="6867827"/>
          </a:xfrm>
          <a:prstGeom prst="rect">
            <a:avLst/>
          </a:prstGeom>
          <a:solidFill>
            <a:schemeClr val="tx1">
              <a:lumMod val="75000"/>
              <a:lumOff val="2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758C3D5-F286-6FBE-B482-94BE30C11F2F}"/>
              </a:ext>
            </a:extLst>
          </p:cNvPr>
          <p:cNvSpPr/>
          <p:nvPr/>
        </p:nvSpPr>
        <p:spPr>
          <a:xfrm>
            <a:off x="-1" y="-14378"/>
            <a:ext cx="3994124" cy="6867827"/>
          </a:xfrm>
          <a:prstGeom prst="rect">
            <a:avLst/>
          </a:prstGeom>
          <a:solidFill>
            <a:schemeClr val="tx1">
              <a:lumMod val="50000"/>
              <a:lumOff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C088588-DFEC-9FA6-C147-771E65D8FC0C}"/>
              </a:ext>
            </a:extLst>
          </p:cNvPr>
          <p:cNvSpPr/>
          <p:nvPr/>
        </p:nvSpPr>
        <p:spPr>
          <a:xfrm>
            <a:off x="8195094" y="-14377"/>
            <a:ext cx="3994124" cy="6867827"/>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person in blue shirt writing on white paper">
            <a:extLst>
              <a:ext uri="{FF2B5EF4-FFF2-40B4-BE49-F238E27FC236}">
                <a16:creationId xmlns:a16="http://schemas.microsoft.com/office/drawing/2014/main" id="{5EF364AC-2330-CA9D-8F66-C733D73B6DB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342" b="7640"/>
          <a:stretch>
            <a:fillRect/>
          </a:stretch>
        </p:blipFill>
        <p:spPr bwMode="auto">
          <a:xfrm>
            <a:off x="2782" y="-14378"/>
            <a:ext cx="12186435" cy="686271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F2BE470-8621-DACF-A699-51E847931097}"/>
              </a:ext>
            </a:extLst>
          </p:cNvPr>
          <p:cNvSpPr/>
          <p:nvPr/>
        </p:nvSpPr>
        <p:spPr>
          <a:xfrm>
            <a:off x="-1" y="-19493"/>
            <a:ext cx="12196894" cy="6941264"/>
          </a:xfrm>
          <a:prstGeom prst="rect">
            <a:avLst/>
          </a:prstGeom>
          <a:solidFill>
            <a:srgbClr val="000000">
              <a:alpha val="64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Torrens University Australia research repository - Browse">
            <a:extLst>
              <a:ext uri="{FF2B5EF4-FFF2-40B4-BE49-F238E27FC236}">
                <a16:creationId xmlns:a16="http://schemas.microsoft.com/office/drawing/2014/main" id="{5870E8E6-1314-3FDD-4F87-AFCE77BC2447}"/>
              </a:ext>
            </a:extLst>
          </p:cNvPr>
          <p:cNvPicPr>
            <a:picLocks noChangeAspect="1"/>
          </p:cNvPicPr>
          <p:nvPr/>
        </p:nvPicPr>
        <p:blipFill>
          <a:blip r:embed="rId5"/>
          <a:stretch>
            <a:fillRect/>
          </a:stretch>
        </p:blipFill>
        <p:spPr>
          <a:xfrm>
            <a:off x="10810326" y="6179120"/>
            <a:ext cx="1384454" cy="742651"/>
          </a:xfrm>
          <a:prstGeom prst="rect">
            <a:avLst/>
          </a:prstGeom>
        </p:spPr>
      </p:pic>
      <p:sp>
        <p:nvSpPr>
          <p:cNvPr id="11" name="Rectangle 10">
            <a:extLst>
              <a:ext uri="{FF2B5EF4-FFF2-40B4-BE49-F238E27FC236}">
                <a16:creationId xmlns:a16="http://schemas.microsoft.com/office/drawing/2014/main" id="{13BC0636-5AAE-F16F-454C-DB163B3924D8}"/>
              </a:ext>
            </a:extLst>
          </p:cNvPr>
          <p:cNvSpPr/>
          <p:nvPr/>
        </p:nvSpPr>
        <p:spPr>
          <a:xfrm>
            <a:off x="-29879" y="811183"/>
            <a:ext cx="12221879" cy="100473"/>
          </a:xfrm>
          <a:prstGeom prst="rect">
            <a:avLst/>
          </a:prstGeom>
          <a:solidFill>
            <a:srgbClr val="FF4F00">
              <a:alpha val="29779"/>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a:p>
        </p:txBody>
      </p:sp>
      <p:sp>
        <p:nvSpPr>
          <p:cNvPr id="19" name="Content Placeholder 2">
            <a:extLst>
              <a:ext uri="{FF2B5EF4-FFF2-40B4-BE49-F238E27FC236}">
                <a16:creationId xmlns:a16="http://schemas.microsoft.com/office/drawing/2014/main" id="{D5F89DD4-DCEC-4D77-F606-0DB8894250EF}"/>
              </a:ext>
            </a:extLst>
          </p:cNvPr>
          <p:cNvSpPr txBox="1">
            <a:spLocks/>
          </p:cNvSpPr>
          <p:nvPr/>
        </p:nvSpPr>
        <p:spPr>
          <a:xfrm>
            <a:off x="343919" y="1342075"/>
            <a:ext cx="7307685" cy="750453"/>
          </a:xfrm>
          <a:prstGeom prst="rect">
            <a:avLst/>
          </a:prstGeom>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b="1">
                <a:solidFill>
                  <a:schemeClr val="bg1"/>
                </a:solidFill>
                <a:ea typeface="+mn-lt"/>
                <a:cs typeface="+mn-lt"/>
              </a:rPr>
              <a:t>Three Possible Results:</a:t>
            </a:r>
            <a:endParaRPr lang="en-US">
              <a:solidFill>
                <a:schemeClr val="bg1"/>
              </a:solidFill>
            </a:endParaRPr>
          </a:p>
          <a:p>
            <a:pPr marL="0" indent="0">
              <a:buNone/>
            </a:pPr>
            <a:endParaRPr lang="en-US" b="1" dirty="0">
              <a:solidFill>
                <a:schemeClr val="bg1"/>
              </a:solidFill>
            </a:endParaRPr>
          </a:p>
        </p:txBody>
      </p:sp>
      <p:sp>
        <p:nvSpPr>
          <p:cNvPr id="3" name="TextBox 2">
            <a:extLst>
              <a:ext uri="{FF2B5EF4-FFF2-40B4-BE49-F238E27FC236}">
                <a16:creationId xmlns:a16="http://schemas.microsoft.com/office/drawing/2014/main" id="{317D3942-50B4-3B6D-BA13-40FA6B04310D}"/>
              </a:ext>
            </a:extLst>
          </p:cNvPr>
          <p:cNvSpPr txBox="1"/>
          <p:nvPr/>
        </p:nvSpPr>
        <p:spPr>
          <a:xfrm>
            <a:off x="446901" y="304632"/>
            <a:ext cx="1019243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solidFill>
                  <a:srgbClr val="EE6F00"/>
                </a:solidFill>
              </a:rPr>
              <a:t>E</a:t>
            </a:r>
            <a:r>
              <a:rPr lang="en-US" sz="3200" b="1">
                <a:solidFill>
                  <a:schemeClr val="bg1"/>
                </a:solidFill>
              </a:rPr>
              <a:t>XPECTED </a:t>
            </a:r>
            <a:r>
              <a:rPr lang="en-US" sz="4000" b="1">
                <a:solidFill>
                  <a:srgbClr val="EE6F00"/>
                </a:solidFill>
              </a:rPr>
              <a:t>C</a:t>
            </a:r>
            <a:r>
              <a:rPr lang="en-US" sz="3200" b="1">
                <a:solidFill>
                  <a:schemeClr val="bg1"/>
                </a:solidFill>
              </a:rPr>
              <a:t>ONTRIBUTIONS &amp; </a:t>
            </a:r>
            <a:r>
              <a:rPr lang="en-US" sz="4000" b="1" dirty="0">
                <a:solidFill>
                  <a:srgbClr val="EE6F00"/>
                </a:solidFill>
              </a:rPr>
              <a:t>O</a:t>
            </a:r>
            <a:r>
              <a:rPr lang="en-US" sz="3200" b="1" dirty="0">
                <a:solidFill>
                  <a:schemeClr val="bg1"/>
                </a:solidFill>
              </a:rPr>
              <a:t>UTCOMES</a:t>
            </a:r>
            <a:endParaRPr lang="en-US" sz="1200" b="1" dirty="0">
              <a:solidFill>
                <a:schemeClr val="bg1"/>
              </a:solidFill>
              <a:cs typeface="Segoe UI"/>
            </a:endParaRPr>
          </a:p>
        </p:txBody>
      </p:sp>
      <p:sp>
        <p:nvSpPr>
          <p:cNvPr id="14" name="Rectangle 13">
            <a:extLst>
              <a:ext uri="{FF2B5EF4-FFF2-40B4-BE49-F238E27FC236}">
                <a16:creationId xmlns:a16="http://schemas.microsoft.com/office/drawing/2014/main" id="{58116DF9-3607-EB99-34DD-1D6BF2DCAAF2}"/>
              </a:ext>
            </a:extLst>
          </p:cNvPr>
          <p:cNvSpPr/>
          <p:nvPr/>
        </p:nvSpPr>
        <p:spPr>
          <a:xfrm>
            <a:off x="-2248" y="2165487"/>
            <a:ext cx="12198396" cy="2265677"/>
          </a:xfrm>
          <a:prstGeom prst="rect">
            <a:avLst/>
          </a:prstGeom>
          <a:solidFill>
            <a:srgbClr val="000000">
              <a:alpha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2F2F2"/>
              </a:solidFill>
            </a:endParaRPr>
          </a:p>
        </p:txBody>
      </p:sp>
      <p:sp>
        <p:nvSpPr>
          <p:cNvPr id="16" name="TextBox 15">
            <a:extLst>
              <a:ext uri="{FF2B5EF4-FFF2-40B4-BE49-F238E27FC236}">
                <a16:creationId xmlns:a16="http://schemas.microsoft.com/office/drawing/2014/main" id="{A3854075-EC2D-AF75-9387-CFBF77A6553D}"/>
              </a:ext>
            </a:extLst>
          </p:cNvPr>
          <p:cNvSpPr txBox="1"/>
          <p:nvPr/>
        </p:nvSpPr>
        <p:spPr>
          <a:xfrm>
            <a:off x="175738" y="2375750"/>
            <a:ext cx="3534961" cy="461665"/>
          </a:xfrm>
          <a:prstGeom prst="rect">
            <a:avLst/>
          </a:prstGeom>
          <a:noFill/>
        </p:spPr>
        <p:txBody>
          <a:bodyPr wrap="square" lIns="91440" tIns="45720" rIns="91440" bIns="45720" anchor="t">
            <a:spAutoFit/>
          </a:bodyPr>
          <a:lstStyle/>
          <a:p>
            <a:r>
              <a:rPr lang="en-US" sz="2400" b="1" i="1" dirty="0">
                <a:solidFill>
                  <a:srgbClr val="00B050"/>
                </a:solidFill>
              </a:rPr>
              <a:t>Strong </a:t>
            </a:r>
            <a:r>
              <a:rPr lang="en-US" sz="2400" b="1" i="1">
                <a:solidFill>
                  <a:srgbClr val="00B050"/>
                </a:solidFill>
              </a:rPr>
              <a:t>Correlation</a:t>
            </a:r>
            <a:endParaRPr lang="en-US" sz="2400"/>
          </a:p>
        </p:txBody>
      </p:sp>
      <p:sp>
        <p:nvSpPr>
          <p:cNvPr id="31" name="TextBox 30">
            <a:extLst>
              <a:ext uri="{FF2B5EF4-FFF2-40B4-BE49-F238E27FC236}">
                <a16:creationId xmlns:a16="http://schemas.microsoft.com/office/drawing/2014/main" id="{2ABF7EBA-A534-8299-4209-8A10666AEED4}"/>
              </a:ext>
            </a:extLst>
          </p:cNvPr>
          <p:cNvSpPr txBox="1"/>
          <p:nvPr/>
        </p:nvSpPr>
        <p:spPr>
          <a:xfrm>
            <a:off x="267178" y="2943612"/>
            <a:ext cx="3794536" cy="861774"/>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US" sz="1600">
                <a:solidFill>
                  <a:schemeClr val="bg1"/>
                </a:solidFill>
              </a:rPr>
              <a:t>Validate NPS as strategic KPI</a:t>
            </a:r>
            <a:endParaRPr lang="en-US" sz="1600"/>
          </a:p>
          <a:p>
            <a:pPr marL="285750" indent="-285750">
              <a:buFont typeface="Arial" panose="020B0604020202020204" pitchFamily="34" charset="0"/>
              <a:buChar char="•"/>
            </a:pPr>
            <a:r>
              <a:rPr lang="en-US" sz="1600">
                <a:solidFill>
                  <a:schemeClr val="bg1"/>
                </a:solidFill>
              </a:rPr>
              <a:t>Simple tracking systems sufficient</a:t>
            </a:r>
          </a:p>
          <a:p>
            <a:pPr marL="285750" indent="-285750">
              <a:buFont typeface="Arial" panose="020B0604020202020204" pitchFamily="34" charset="0"/>
              <a:buChar char="•"/>
            </a:pPr>
            <a:r>
              <a:rPr lang="en-US" sz="1600">
                <a:solidFill>
                  <a:schemeClr val="bg1"/>
                </a:solidFill>
              </a:rPr>
              <a:t>Cost-effective patient monitoring</a:t>
            </a:r>
          </a:p>
        </p:txBody>
      </p:sp>
      <p:sp>
        <p:nvSpPr>
          <p:cNvPr id="7" name="TextBox 6">
            <a:extLst>
              <a:ext uri="{FF2B5EF4-FFF2-40B4-BE49-F238E27FC236}">
                <a16:creationId xmlns:a16="http://schemas.microsoft.com/office/drawing/2014/main" id="{16C6344E-84B7-CD15-E471-52921971CAA8}"/>
              </a:ext>
            </a:extLst>
          </p:cNvPr>
          <p:cNvSpPr txBox="1"/>
          <p:nvPr/>
        </p:nvSpPr>
        <p:spPr>
          <a:xfrm>
            <a:off x="4111456" y="2394583"/>
            <a:ext cx="3534961" cy="461665"/>
          </a:xfrm>
          <a:prstGeom prst="rect">
            <a:avLst/>
          </a:prstGeom>
          <a:noFill/>
        </p:spPr>
        <p:txBody>
          <a:bodyPr wrap="square" lIns="91440" tIns="45720" rIns="91440" bIns="45720" anchor="t">
            <a:spAutoFit/>
          </a:bodyPr>
          <a:lstStyle/>
          <a:p>
            <a:r>
              <a:rPr lang="en-US" sz="2400" b="1" i="1" dirty="0">
                <a:solidFill>
                  <a:srgbClr val="EE6F00"/>
                </a:solidFill>
              </a:rPr>
              <a:t>Moderate </a:t>
            </a:r>
            <a:r>
              <a:rPr lang="en-US" sz="2400" b="1" i="1">
                <a:solidFill>
                  <a:srgbClr val="EE6F00"/>
                </a:solidFill>
              </a:rPr>
              <a:t>Correlation</a:t>
            </a:r>
            <a:endParaRPr lang="en-US" sz="2400"/>
          </a:p>
        </p:txBody>
      </p:sp>
      <p:sp>
        <p:nvSpPr>
          <p:cNvPr id="9" name="TextBox 8">
            <a:extLst>
              <a:ext uri="{FF2B5EF4-FFF2-40B4-BE49-F238E27FC236}">
                <a16:creationId xmlns:a16="http://schemas.microsoft.com/office/drawing/2014/main" id="{6081C341-0C14-39C5-9CFF-98F744C735F6}"/>
              </a:ext>
            </a:extLst>
          </p:cNvPr>
          <p:cNvSpPr txBox="1"/>
          <p:nvPr/>
        </p:nvSpPr>
        <p:spPr>
          <a:xfrm>
            <a:off x="4232428" y="2936549"/>
            <a:ext cx="3788793" cy="1323439"/>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US" sz="1600" dirty="0">
                <a:solidFill>
                  <a:schemeClr val="bg1"/>
                </a:solidFill>
              </a:rPr>
              <a:t>Partial validation (NPS provides some signal)</a:t>
            </a:r>
            <a:endParaRPr lang="en-US" sz="1600" dirty="0"/>
          </a:p>
          <a:p>
            <a:pPr marL="285750" indent="-285750">
              <a:buFont typeface="Arial" panose="020B0604020202020204" pitchFamily="34" charset="0"/>
              <a:buChar char="•"/>
            </a:pPr>
            <a:r>
              <a:rPr lang="en-US" sz="1600" dirty="0">
                <a:solidFill>
                  <a:schemeClr val="bg1"/>
                </a:solidFill>
              </a:rPr>
              <a:t>Justify AI sentiment enhancement investment</a:t>
            </a:r>
          </a:p>
          <a:p>
            <a:pPr marL="285750" indent="-285750">
              <a:buFont typeface="Arial" panose="020B0604020202020204" pitchFamily="34" charset="0"/>
              <a:buChar char="•"/>
            </a:pPr>
            <a:r>
              <a:rPr lang="en-US" sz="1600" dirty="0">
                <a:solidFill>
                  <a:schemeClr val="bg1"/>
                </a:solidFill>
              </a:rPr>
              <a:t>Richer feedback dimensions needed</a:t>
            </a:r>
          </a:p>
        </p:txBody>
      </p:sp>
      <p:sp>
        <p:nvSpPr>
          <p:cNvPr id="13" name="TextBox 12">
            <a:extLst>
              <a:ext uri="{FF2B5EF4-FFF2-40B4-BE49-F238E27FC236}">
                <a16:creationId xmlns:a16="http://schemas.microsoft.com/office/drawing/2014/main" id="{8443773F-3D10-DE11-9137-C7571171FA41}"/>
              </a:ext>
            </a:extLst>
          </p:cNvPr>
          <p:cNvSpPr txBox="1"/>
          <p:nvPr/>
        </p:nvSpPr>
        <p:spPr>
          <a:xfrm>
            <a:off x="8190200" y="2390990"/>
            <a:ext cx="3006641" cy="830997"/>
          </a:xfrm>
          <a:prstGeom prst="rect">
            <a:avLst/>
          </a:prstGeom>
          <a:noFill/>
        </p:spPr>
        <p:txBody>
          <a:bodyPr wrap="square" lIns="91440" tIns="45720" rIns="91440" bIns="45720" anchor="t">
            <a:spAutoFit/>
          </a:bodyPr>
          <a:lstStyle/>
          <a:p>
            <a:r>
              <a:rPr lang="en-US" sz="2400" b="1" i="1">
                <a:solidFill>
                  <a:srgbClr val="FFFF00"/>
                </a:solidFill>
              </a:rPr>
              <a:t>Weak Correlation</a:t>
            </a:r>
            <a:endParaRPr lang="en-US" sz="2400">
              <a:solidFill>
                <a:srgbClr val="FFFF00"/>
              </a:solidFill>
            </a:endParaRPr>
          </a:p>
          <a:p>
            <a:endParaRPr lang="en-US" sz="2400" b="1" i="1" dirty="0">
              <a:solidFill>
                <a:srgbClr val="EE6F00"/>
              </a:solidFill>
            </a:endParaRPr>
          </a:p>
        </p:txBody>
      </p:sp>
      <p:sp>
        <p:nvSpPr>
          <p:cNvPr id="18" name="TextBox 17">
            <a:extLst>
              <a:ext uri="{FF2B5EF4-FFF2-40B4-BE49-F238E27FC236}">
                <a16:creationId xmlns:a16="http://schemas.microsoft.com/office/drawing/2014/main" id="{2E7C69E1-2568-FD6B-496C-C7D32C5AA386}"/>
              </a:ext>
            </a:extLst>
          </p:cNvPr>
          <p:cNvSpPr txBox="1"/>
          <p:nvPr/>
        </p:nvSpPr>
        <p:spPr>
          <a:xfrm>
            <a:off x="8219732" y="2943116"/>
            <a:ext cx="3794536" cy="1354217"/>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US" sz="1600">
                <a:solidFill>
                  <a:schemeClr val="bg1"/>
                </a:solidFill>
              </a:rPr>
              <a:t>Challenge NPS validity in healthcare</a:t>
            </a:r>
            <a:endParaRPr lang="en-US" sz="1600"/>
          </a:p>
          <a:p>
            <a:pPr marL="285750" indent="-285750">
              <a:buFont typeface="Arial" panose="020B0604020202020204" pitchFamily="34" charset="0"/>
              <a:buChar char="•"/>
            </a:pPr>
            <a:r>
              <a:rPr lang="en-US" sz="1600">
                <a:solidFill>
                  <a:schemeClr val="bg1"/>
                </a:solidFill>
              </a:rPr>
              <a:t>Redirect to NLP-based alternatives</a:t>
            </a:r>
          </a:p>
          <a:p>
            <a:pPr marL="285750" indent="-285750">
              <a:buFont typeface="Arial" panose="020B0604020202020204" pitchFamily="34" charset="0"/>
              <a:buChar char="•"/>
            </a:pPr>
            <a:r>
              <a:rPr lang="en-US" sz="1600">
                <a:solidFill>
                  <a:schemeClr val="bg1"/>
                </a:solidFill>
              </a:rPr>
              <a:t>Capture nuancedemotional/experiential data</a:t>
            </a:r>
          </a:p>
          <a:p>
            <a:pPr marL="342900" indent="-342900">
              <a:buFont typeface="Arial" panose="020B0604020202020204" pitchFamily="34" charset="0"/>
              <a:buChar char="•"/>
            </a:pPr>
            <a:endParaRPr lang="en-US" dirty="0">
              <a:solidFill>
                <a:schemeClr val="bg1"/>
              </a:solidFill>
            </a:endParaRPr>
          </a:p>
        </p:txBody>
      </p:sp>
      <p:sp>
        <p:nvSpPr>
          <p:cNvPr id="40" name="Rectangle 39">
            <a:extLst>
              <a:ext uri="{FF2B5EF4-FFF2-40B4-BE49-F238E27FC236}">
                <a16:creationId xmlns:a16="http://schemas.microsoft.com/office/drawing/2014/main" id="{68B9281D-9B68-6C9A-F165-E780782D6056}"/>
              </a:ext>
            </a:extLst>
          </p:cNvPr>
          <p:cNvSpPr/>
          <p:nvPr/>
        </p:nvSpPr>
        <p:spPr>
          <a:xfrm>
            <a:off x="344368" y="5396515"/>
            <a:ext cx="2430735" cy="683413"/>
          </a:xfrm>
          <a:prstGeom prst="rect">
            <a:avLst/>
          </a:prstGeom>
          <a:solidFill>
            <a:srgbClr val="FEFFAB">
              <a:alpha val="7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2F2F2"/>
              </a:solidFill>
            </a:endParaRPr>
          </a:p>
        </p:txBody>
      </p:sp>
      <p:sp>
        <p:nvSpPr>
          <p:cNvPr id="42" name="Content Placeholder 2">
            <a:extLst>
              <a:ext uri="{FF2B5EF4-FFF2-40B4-BE49-F238E27FC236}">
                <a16:creationId xmlns:a16="http://schemas.microsoft.com/office/drawing/2014/main" id="{CFFE702B-BDC5-7635-394A-5B0F3799D88B}"/>
              </a:ext>
            </a:extLst>
          </p:cNvPr>
          <p:cNvSpPr txBox="1">
            <a:spLocks/>
          </p:cNvSpPr>
          <p:nvPr/>
        </p:nvSpPr>
        <p:spPr>
          <a:xfrm>
            <a:off x="605287" y="5209289"/>
            <a:ext cx="2430735" cy="1001238"/>
          </a:xfrm>
          <a:prstGeom prst="rect">
            <a:avLst/>
          </a:prstGeom>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1100" i="1" dirty="0">
                <a:solidFill>
                  <a:schemeClr val="tx1">
                    <a:lumMod val="76000"/>
                    <a:lumOff val="24000"/>
                  </a:schemeClr>
                </a:solidFill>
                <a:ea typeface="+mn-lt"/>
                <a:cs typeface="+mn-lt"/>
              </a:rPr>
              <a:t>Regardless of outcome, managers get evidence, not assumptions</a:t>
            </a:r>
          </a:p>
        </p:txBody>
      </p:sp>
      <p:sp>
        <p:nvSpPr>
          <p:cNvPr id="2" name="Rectangle 1">
            <a:extLst>
              <a:ext uri="{FF2B5EF4-FFF2-40B4-BE49-F238E27FC236}">
                <a16:creationId xmlns:a16="http://schemas.microsoft.com/office/drawing/2014/main" id="{8ACFBE32-1D9B-E6E2-A6ED-DB97C276DB3B}"/>
              </a:ext>
            </a:extLst>
          </p:cNvPr>
          <p:cNvSpPr/>
          <p:nvPr/>
        </p:nvSpPr>
        <p:spPr>
          <a:xfrm>
            <a:off x="174637" y="2296447"/>
            <a:ext cx="3814984" cy="2052704"/>
          </a:xfrm>
          <a:prstGeom prst="rect">
            <a:avLst/>
          </a:prstGeom>
          <a:noFill/>
          <a:ln w="12700" cap="flat" cmpd="sng" algn="ctr">
            <a:solidFill>
              <a:srgbClr val="00B050"/>
            </a:solidFill>
            <a:prstDash val="sysDot"/>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6FF12511-DA1F-D5B8-7B10-A428B606CC9C}"/>
              </a:ext>
            </a:extLst>
          </p:cNvPr>
          <p:cNvSpPr/>
          <p:nvPr/>
        </p:nvSpPr>
        <p:spPr>
          <a:xfrm>
            <a:off x="4100614" y="2297405"/>
            <a:ext cx="3997864" cy="2052704"/>
          </a:xfrm>
          <a:prstGeom prst="rect">
            <a:avLst/>
          </a:prstGeom>
          <a:noFill/>
          <a:ln w="12700" cap="flat" cmpd="sng" algn="ctr">
            <a:solidFill>
              <a:srgbClr val="E56E00"/>
            </a:solidFill>
            <a:prstDash val="sysDot"/>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4CB46B1E-A5EC-2BE2-4765-684BD50CB9FB}"/>
              </a:ext>
            </a:extLst>
          </p:cNvPr>
          <p:cNvSpPr/>
          <p:nvPr/>
        </p:nvSpPr>
        <p:spPr>
          <a:xfrm>
            <a:off x="8195094" y="2294146"/>
            <a:ext cx="3825144" cy="2052704"/>
          </a:xfrm>
          <a:prstGeom prst="rect">
            <a:avLst/>
          </a:prstGeom>
          <a:noFill/>
          <a:ln w="12700" cap="flat" cmpd="sng" algn="ctr">
            <a:solidFill>
              <a:srgbClr val="F8FE00"/>
            </a:solidFill>
            <a:prstDash val="sysDot"/>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7" name="Picture 16" descr="Pin PNG transparent image download, size: 1280x1204px">
            <a:extLst>
              <a:ext uri="{FF2B5EF4-FFF2-40B4-BE49-F238E27FC236}">
                <a16:creationId xmlns:a16="http://schemas.microsoft.com/office/drawing/2014/main" id="{1C06A250-29C5-E606-81B3-C37253DDFB01}"/>
              </a:ext>
            </a:extLst>
          </p:cNvPr>
          <p:cNvPicPr>
            <a:picLocks noChangeAspect="1"/>
          </p:cNvPicPr>
          <p:nvPr/>
        </p:nvPicPr>
        <p:blipFill>
          <a:blip r:embed="rId6"/>
          <a:stretch>
            <a:fillRect/>
          </a:stretch>
        </p:blipFill>
        <p:spPr>
          <a:xfrm rot="-4920000">
            <a:off x="282834" y="5437313"/>
            <a:ext cx="477520" cy="446722"/>
          </a:xfrm>
          <a:prstGeom prst="rect">
            <a:avLst/>
          </a:prstGeom>
        </p:spPr>
      </p:pic>
    </p:spTree>
    <p:custDataLst>
      <p:tags r:id="rId1"/>
    </p:custDataLst>
    <p:extLst>
      <p:ext uri="{BB962C8B-B14F-4D97-AF65-F5344CB8AC3E}">
        <p14:creationId xmlns:p14="http://schemas.microsoft.com/office/powerpoint/2010/main" val="248584214"/>
      </p:ext>
    </p:extLst>
  </p:cSld>
  <p:clrMapOvr>
    <a:masterClrMapping/>
  </p:clrMapOvr>
  <mc:AlternateContent xmlns:mc="http://schemas.openxmlformats.org/markup-compatibility/2006" xmlns:p14="http://schemas.microsoft.com/office/powerpoint/2010/main">
    <mc:Choice Requires="p14">
      <p:transition spd="slow" p14:dur="2000" advTm="43067"/>
    </mc:Choice>
    <mc:Fallback xmlns="">
      <p:transition spd="slow" advTm="4306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2"/>
                                        </p:tgtEl>
                                        <p:attrNameLst>
                                          <p:attrName>style.visibility</p:attrName>
                                        </p:attrNameLst>
                                      </p:cBhvr>
                                      <p:to>
                                        <p:strVal val="visible"/>
                                      </p:to>
                                    </p:set>
                                    <p:animEffect transition="in" filter="fade">
                                      <p:cBhvr>
                                        <p:cTn id="40" dur="500"/>
                                        <p:tgtEl>
                                          <p:spTgt spid="42"/>
                                        </p:tgtEl>
                                      </p:cBhvr>
                                    </p:animEffect>
                                  </p:childTnLst>
                                </p:cTn>
                              </p:par>
                              <p:par>
                                <p:cTn id="41" presetID="10"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31" grpId="0"/>
      <p:bldP spid="7" grpId="0"/>
      <p:bldP spid="9" grpId="0"/>
      <p:bldP spid="13" grpId="0"/>
      <p:bldP spid="18" grpId="0"/>
      <p:bldP spid="40" grpId="0" animBg="1"/>
      <p:bldP spid="42" grpId="0"/>
      <p:bldP spid="2" grpId="0" animBg="1"/>
      <p:bldP spid="4"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67607-4FBB-8D1D-2042-801AC6297AA2}"/>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A3A64FD0-CABB-BF66-AC8C-34C551D8EC01}"/>
              </a:ext>
            </a:extLst>
          </p:cNvPr>
          <p:cNvSpPr/>
          <p:nvPr/>
        </p:nvSpPr>
        <p:spPr>
          <a:xfrm>
            <a:off x="4097547" y="-14377"/>
            <a:ext cx="3994124" cy="6867827"/>
          </a:xfrm>
          <a:prstGeom prst="rect">
            <a:avLst/>
          </a:prstGeom>
          <a:solidFill>
            <a:schemeClr val="tx1">
              <a:lumMod val="75000"/>
              <a:lumOff val="2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496283E-18E1-AE90-387C-AC53CF67BCE2}"/>
              </a:ext>
            </a:extLst>
          </p:cNvPr>
          <p:cNvSpPr/>
          <p:nvPr/>
        </p:nvSpPr>
        <p:spPr>
          <a:xfrm>
            <a:off x="-1" y="-14378"/>
            <a:ext cx="3994124" cy="6867827"/>
          </a:xfrm>
          <a:prstGeom prst="rect">
            <a:avLst/>
          </a:prstGeom>
          <a:solidFill>
            <a:schemeClr val="tx1">
              <a:lumMod val="50000"/>
              <a:lumOff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r"/>
            <a:endParaRPr lang="en-US"/>
          </a:p>
        </p:txBody>
      </p:sp>
      <p:sp>
        <p:nvSpPr>
          <p:cNvPr id="26" name="Rectangle 25">
            <a:extLst>
              <a:ext uri="{FF2B5EF4-FFF2-40B4-BE49-F238E27FC236}">
                <a16:creationId xmlns:a16="http://schemas.microsoft.com/office/drawing/2014/main" id="{C55A9544-A96B-5E92-CAB5-D3D9FCF1D20F}"/>
              </a:ext>
            </a:extLst>
          </p:cNvPr>
          <p:cNvSpPr/>
          <p:nvPr/>
        </p:nvSpPr>
        <p:spPr>
          <a:xfrm>
            <a:off x="8195094" y="-14377"/>
            <a:ext cx="3994124" cy="6867827"/>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person in blue shirt writing on white paper">
            <a:extLst>
              <a:ext uri="{FF2B5EF4-FFF2-40B4-BE49-F238E27FC236}">
                <a16:creationId xmlns:a16="http://schemas.microsoft.com/office/drawing/2014/main" id="{F42577D9-371A-A342-F347-0AFAB0BDF4F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342" b="7640"/>
          <a:stretch>
            <a:fillRect/>
          </a:stretch>
        </p:blipFill>
        <p:spPr bwMode="auto">
          <a:xfrm>
            <a:off x="2782" y="-14378"/>
            <a:ext cx="12186435" cy="686271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6C1EB67-C4B3-5511-3CFE-FE19E4F0D176}"/>
              </a:ext>
            </a:extLst>
          </p:cNvPr>
          <p:cNvSpPr/>
          <p:nvPr/>
        </p:nvSpPr>
        <p:spPr>
          <a:xfrm>
            <a:off x="-1" y="-19493"/>
            <a:ext cx="12196894" cy="6941264"/>
          </a:xfrm>
          <a:prstGeom prst="rect">
            <a:avLst/>
          </a:prstGeom>
          <a:solidFill>
            <a:srgbClr val="000000">
              <a:alpha val="64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B53ADDC-B5BF-A5D3-4BCE-6EBF28D97E3D}"/>
              </a:ext>
            </a:extLst>
          </p:cNvPr>
          <p:cNvSpPr/>
          <p:nvPr/>
        </p:nvSpPr>
        <p:spPr>
          <a:xfrm>
            <a:off x="-29879" y="811183"/>
            <a:ext cx="12221879" cy="100473"/>
          </a:xfrm>
          <a:prstGeom prst="rect">
            <a:avLst/>
          </a:prstGeom>
          <a:solidFill>
            <a:srgbClr val="FF4F00">
              <a:alpha val="29779"/>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a:p>
        </p:txBody>
      </p:sp>
      <p:sp>
        <p:nvSpPr>
          <p:cNvPr id="17" name="Rectangle 16">
            <a:extLst>
              <a:ext uri="{FF2B5EF4-FFF2-40B4-BE49-F238E27FC236}">
                <a16:creationId xmlns:a16="http://schemas.microsoft.com/office/drawing/2014/main" id="{90FDF56C-FD8F-6FD5-DBC0-70508B26BE38}"/>
              </a:ext>
            </a:extLst>
          </p:cNvPr>
          <p:cNvSpPr/>
          <p:nvPr/>
        </p:nvSpPr>
        <p:spPr>
          <a:xfrm>
            <a:off x="275100" y="1439100"/>
            <a:ext cx="5613830" cy="2422508"/>
          </a:xfrm>
          <a:prstGeom prst="rect">
            <a:avLst/>
          </a:prstGeom>
          <a:solidFill>
            <a:srgbClr val="000000">
              <a:alpha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2F2F2"/>
              </a:solidFill>
            </a:endParaRPr>
          </a:p>
        </p:txBody>
      </p:sp>
      <p:sp>
        <p:nvSpPr>
          <p:cNvPr id="3" name="TextBox 2">
            <a:extLst>
              <a:ext uri="{FF2B5EF4-FFF2-40B4-BE49-F238E27FC236}">
                <a16:creationId xmlns:a16="http://schemas.microsoft.com/office/drawing/2014/main" id="{48575B08-42C3-DEE9-573B-8307DD57AC29}"/>
              </a:ext>
            </a:extLst>
          </p:cNvPr>
          <p:cNvSpPr txBox="1"/>
          <p:nvPr/>
        </p:nvSpPr>
        <p:spPr>
          <a:xfrm>
            <a:off x="446901" y="304632"/>
            <a:ext cx="608050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solidFill>
                  <a:srgbClr val="EE6F00"/>
                </a:solidFill>
              </a:rPr>
              <a:t>S</a:t>
            </a:r>
            <a:r>
              <a:rPr lang="en-US" sz="3200" b="1">
                <a:solidFill>
                  <a:schemeClr val="bg1"/>
                </a:solidFill>
              </a:rPr>
              <a:t>IGNIFICANCE &amp; </a:t>
            </a:r>
            <a:r>
              <a:rPr lang="en-US" sz="4000" b="1">
                <a:solidFill>
                  <a:srgbClr val="EE6F00"/>
                </a:solidFill>
              </a:rPr>
              <a:t>I</a:t>
            </a:r>
            <a:r>
              <a:rPr lang="en-US" sz="3200" b="1">
                <a:solidFill>
                  <a:schemeClr val="bg1"/>
                </a:solidFill>
              </a:rPr>
              <a:t>MPACT</a:t>
            </a:r>
            <a:endParaRPr lang="en-US" sz="1200" b="1" dirty="0">
              <a:solidFill>
                <a:schemeClr val="bg1"/>
              </a:solidFill>
              <a:cs typeface="Segoe UI"/>
            </a:endParaRPr>
          </a:p>
        </p:txBody>
      </p:sp>
      <p:sp>
        <p:nvSpPr>
          <p:cNvPr id="8" name="Rectangle 7">
            <a:extLst>
              <a:ext uri="{FF2B5EF4-FFF2-40B4-BE49-F238E27FC236}">
                <a16:creationId xmlns:a16="http://schemas.microsoft.com/office/drawing/2014/main" id="{DFAB60E7-EA96-E60E-63B3-4E331E5DFB7C}"/>
              </a:ext>
            </a:extLst>
          </p:cNvPr>
          <p:cNvSpPr/>
          <p:nvPr/>
        </p:nvSpPr>
        <p:spPr>
          <a:xfrm>
            <a:off x="6170378" y="1442817"/>
            <a:ext cx="5613830" cy="2422508"/>
          </a:xfrm>
          <a:prstGeom prst="rect">
            <a:avLst/>
          </a:prstGeom>
          <a:solidFill>
            <a:srgbClr val="000000">
              <a:alpha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2F2F2"/>
              </a:solidFill>
            </a:endParaRPr>
          </a:p>
        </p:txBody>
      </p:sp>
      <p:pic>
        <p:nvPicPr>
          <p:cNvPr id="10" name="Picture 9" descr="Torrens University Australia research repository - Browse">
            <a:extLst>
              <a:ext uri="{FF2B5EF4-FFF2-40B4-BE49-F238E27FC236}">
                <a16:creationId xmlns:a16="http://schemas.microsoft.com/office/drawing/2014/main" id="{3ABD079B-C4F2-B109-3380-1C7BDA7AFE8F}"/>
              </a:ext>
            </a:extLst>
          </p:cNvPr>
          <p:cNvPicPr>
            <a:picLocks noChangeAspect="1"/>
          </p:cNvPicPr>
          <p:nvPr/>
        </p:nvPicPr>
        <p:blipFill>
          <a:blip r:embed="rId5"/>
          <a:stretch>
            <a:fillRect/>
          </a:stretch>
        </p:blipFill>
        <p:spPr>
          <a:xfrm>
            <a:off x="10810326" y="6179120"/>
            <a:ext cx="1384454" cy="742651"/>
          </a:xfrm>
          <a:prstGeom prst="rect">
            <a:avLst/>
          </a:prstGeom>
        </p:spPr>
      </p:pic>
      <p:sp>
        <p:nvSpPr>
          <p:cNvPr id="19" name="Content Placeholder 2">
            <a:extLst>
              <a:ext uri="{FF2B5EF4-FFF2-40B4-BE49-F238E27FC236}">
                <a16:creationId xmlns:a16="http://schemas.microsoft.com/office/drawing/2014/main" id="{749B6610-1CD0-F026-A87B-C379E5DC7AFB}"/>
              </a:ext>
            </a:extLst>
          </p:cNvPr>
          <p:cNvSpPr txBox="1">
            <a:spLocks/>
          </p:cNvSpPr>
          <p:nvPr/>
        </p:nvSpPr>
        <p:spPr>
          <a:xfrm>
            <a:off x="300612" y="1439737"/>
            <a:ext cx="5514198" cy="2358088"/>
          </a:xfrm>
          <a:prstGeom prst="rect">
            <a:avLst/>
          </a:prstGeom>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buNone/>
            </a:pPr>
            <a:r>
              <a:rPr lang="en-US" b="1" dirty="0">
                <a:solidFill>
                  <a:srgbClr val="E56E00"/>
                </a:solidFill>
                <a:ea typeface="+mn-lt"/>
                <a:cs typeface="+mn-lt"/>
              </a:rPr>
              <a:t>Healthcare Managers</a:t>
            </a:r>
            <a:endParaRPr lang="en-US" dirty="0">
              <a:solidFill>
                <a:srgbClr val="E56E00"/>
              </a:solidFill>
            </a:endParaRPr>
          </a:p>
          <a:p>
            <a:pPr algn="r">
              <a:buNone/>
            </a:pPr>
            <a:r>
              <a:rPr lang="en-US" sz="2400" dirty="0">
                <a:solidFill>
                  <a:schemeClr val="bg1"/>
                </a:solidFill>
                <a:ea typeface="+mn-lt"/>
                <a:cs typeface="+mn-lt"/>
              </a:rPr>
              <a:t>Validated (or invalidated)</a:t>
            </a:r>
          </a:p>
          <a:p>
            <a:pPr algn="r">
              <a:buNone/>
            </a:pPr>
            <a:r>
              <a:rPr lang="en-US" sz="2400" dirty="0">
                <a:solidFill>
                  <a:schemeClr val="bg1"/>
                </a:solidFill>
                <a:ea typeface="+mn-lt"/>
                <a:cs typeface="+mn-lt"/>
              </a:rPr>
              <a:t>financial KPI.</a:t>
            </a:r>
            <a:endParaRPr lang="en-US" sz="3200" dirty="0">
              <a:solidFill>
                <a:schemeClr val="bg1"/>
              </a:solidFill>
            </a:endParaRPr>
          </a:p>
        </p:txBody>
      </p:sp>
      <p:sp>
        <p:nvSpPr>
          <p:cNvPr id="12" name="Content Placeholder 2">
            <a:extLst>
              <a:ext uri="{FF2B5EF4-FFF2-40B4-BE49-F238E27FC236}">
                <a16:creationId xmlns:a16="http://schemas.microsoft.com/office/drawing/2014/main" id="{4B7674C7-1477-451F-07D3-6AEF50ABCD73}"/>
              </a:ext>
            </a:extLst>
          </p:cNvPr>
          <p:cNvSpPr txBox="1">
            <a:spLocks/>
          </p:cNvSpPr>
          <p:nvPr/>
        </p:nvSpPr>
        <p:spPr>
          <a:xfrm>
            <a:off x="6195890" y="1443455"/>
            <a:ext cx="5374808" cy="2358088"/>
          </a:xfrm>
          <a:prstGeom prst="rect">
            <a:avLst/>
          </a:prstGeom>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b="1" dirty="0">
                <a:solidFill>
                  <a:srgbClr val="E56E00"/>
                </a:solidFill>
                <a:ea typeface="+mn-lt"/>
                <a:cs typeface="+mn-lt"/>
              </a:rPr>
              <a:t>Academic Research</a:t>
            </a:r>
            <a:endParaRPr lang="en-US" dirty="0">
              <a:solidFill>
                <a:srgbClr val="E56E00"/>
              </a:solidFill>
            </a:endParaRPr>
          </a:p>
          <a:p>
            <a:pPr>
              <a:buNone/>
            </a:pPr>
            <a:r>
              <a:rPr lang="en-US" sz="2400" dirty="0">
                <a:solidFill>
                  <a:schemeClr val="bg1"/>
                </a:solidFill>
                <a:ea typeface="+mn-lt"/>
                <a:cs typeface="+mn-lt"/>
              </a:rPr>
              <a:t>First empirical NPS-revenue</a:t>
            </a:r>
          </a:p>
          <a:p>
            <a:pPr>
              <a:buNone/>
            </a:pPr>
            <a:r>
              <a:rPr lang="en-US" sz="2400" dirty="0">
                <a:solidFill>
                  <a:schemeClr val="bg1"/>
                </a:solidFill>
                <a:ea typeface="+mn-lt"/>
                <a:cs typeface="+mn-lt"/>
              </a:rPr>
              <a:t>study in healthcare context </a:t>
            </a:r>
            <a:endParaRPr lang="en-US" sz="3200" dirty="0">
              <a:solidFill>
                <a:schemeClr val="bg1"/>
              </a:solidFill>
              <a:ea typeface="+mn-lt"/>
              <a:cs typeface="+mn-lt"/>
            </a:endParaRPr>
          </a:p>
        </p:txBody>
      </p:sp>
      <p:sp>
        <p:nvSpPr>
          <p:cNvPr id="4" name="Rectangle 3">
            <a:extLst>
              <a:ext uri="{FF2B5EF4-FFF2-40B4-BE49-F238E27FC236}">
                <a16:creationId xmlns:a16="http://schemas.microsoft.com/office/drawing/2014/main" id="{DC5C3DE4-A17F-6741-463B-E917201B4183}"/>
              </a:ext>
            </a:extLst>
          </p:cNvPr>
          <p:cNvSpPr/>
          <p:nvPr/>
        </p:nvSpPr>
        <p:spPr>
          <a:xfrm>
            <a:off x="298104" y="3978141"/>
            <a:ext cx="5613830" cy="2422508"/>
          </a:xfrm>
          <a:prstGeom prst="rect">
            <a:avLst/>
          </a:prstGeom>
          <a:solidFill>
            <a:srgbClr val="000000">
              <a:alpha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2F2F2"/>
              </a:solidFill>
            </a:endParaRPr>
          </a:p>
        </p:txBody>
      </p:sp>
      <p:sp>
        <p:nvSpPr>
          <p:cNvPr id="7" name="Content Placeholder 2">
            <a:extLst>
              <a:ext uri="{FF2B5EF4-FFF2-40B4-BE49-F238E27FC236}">
                <a16:creationId xmlns:a16="http://schemas.microsoft.com/office/drawing/2014/main" id="{C6B0A24C-2A8D-4A63-2541-3C06926092AD}"/>
              </a:ext>
            </a:extLst>
          </p:cNvPr>
          <p:cNvSpPr txBox="1">
            <a:spLocks/>
          </p:cNvSpPr>
          <p:nvPr/>
        </p:nvSpPr>
        <p:spPr>
          <a:xfrm>
            <a:off x="323616" y="3978779"/>
            <a:ext cx="5514198" cy="2358088"/>
          </a:xfrm>
          <a:prstGeom prst="rect">
            <a:avLst/>
          </a:prstGeom>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buNone/>
            </a:pPr>
            <a:r>
              <a:rPr lang="en-US" b="1" dirty="0">
                <a:solidFill>
                  <a:srgbClr val="E56E00"/>
                </a:solidFill>
                <a:ea typeface="+mn-lt"/>
                <a:cs typeface="+mn-lt"/>
              </a:rPr>
              <a:t>Torrens </a:t>
            </a:r>
            <a:r>
              <a:rPr lang="en-US" b="1" i="1" dirty="0">
                <a:solidFill>
                  <a:srgbClr val="E56E00"/>
                </a:solidFill>
                <a:ea typeface="+mn-lt"/>
                <a:cs typeface="+mn-lt"/>
              </a:rPr>
              <a:t>"Here for Good"</a:t>
            </a:r>
            <a:r>
              <a:rPr lang="en-US" b="1" dirty="0">
                <a:solidFill>
                  <a:srgbClr val="E56E00"/>
                </a:solidFill>
                <a:ea typeface="+mn-lt"/>
                <a:cs typeface="+mn-lt"/>
              </a:rPr>
              <a:t> Ethos</a:t>
            </a:r>
            <a:endParaRPr lang="en-US" dirty="0">
              <a:solidFill>
                <a:srgbClr val="E56E00"/>
              </a:solidFill>
            </a:endParaRPr>
          </a:p>
          <a:p>
            <a:pPr algn="r">
              <a:buNone/>
            </a:pPr>
            <a:r>
              <a:rPr lang="en-US" sz="2400" dirty="0">
                <a:solidFill>
                  <a:schemeClr val="bg1"/>
                </a:solidFill>
                <a:ea typeface="+mn-lt"/>
                <a:cs typeface="+mn-lt"/>
              </a:rPr>
              <a:t>Ethical data-driven decisions &amp; sustainable healthcare practice</a:t>
            </a:r>
            <a:endParaRPr lang="en-US" sz="3200" dirty="0">
              <a:solidFill>
                <a:schemeClr val="bg1"/>
              </a:solidFill>
            </a:endParaRPr>
          </a:p>
        </p:txBody>
      </p:sp>
      <p:sp>
        <p:nvSpPr>
          <p:cNvPr id="14" name="Rectangle 13">
            <a:extLst>
              <a:ext uri="{FF2B5EF4-FFF2-40B4-BE49-F238E27FC236}">
                <a16:creationId xmlns:a16="http://schemas.microsoft.com/office/drawing/2014/main" id="{7DA16BB4-DACE-2D9E-937C-A387EBFBF675}"/>
              </a:ext>
            </a:extLst>
          </p:cNvPr>
          <p:cNvSpPr/>
          <p:nvPr/>
        </p:nvSpPr>
        <p:spPr>
          <a:xfrm>
            <a:off x="6164066" y="3963764"/>
            <a:ext cx="5613830" cy="2422508"/>
          </a:xfrm>
          <a:prstGeom prst="rect">
            <a:avLst/>
          </a:prstGeom>
          <a:solidFill>
            <a:srgbClr val="000000">
              <a:alpha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2F2F2"/>
              </a:solidFill>
            </a:endParaRPr>
          </a:p>
        </p:txBody>
      </p:sp>
      <p:sp>
        <p:nvSpPr>
          <p:cNvPr id="16" name="Content Placeholder 2">
            <a:extLst>
              <a:ext uri="{FF2B5EF4-FFF2-40B4-BE49-F238E27FC236}">
                <a16:creationId xmlns:a16="http://schemas.microsoft.com/office/drawing/2014/main" id="{23DC7E97-372E-0F86-6835-C4E33E180EBF}"/>
              </a:ext>
            </a:extLst>
          </p:cNvPr>
          <p:cNvSpPr txBox="1">
            <a:spLocks/>
          </p:cNvSpPr>
          <p:nvPr/>
        </p:nvSpPr>
        <p:spPr>
          <a:xfrm>
            <a:off x="6189578" y="3964401"/>
            <a:ext cx="5514198" cy="2358088"/>
          </a:xfrm>
          <a:prstGeom prst="rect">
            <a:avLst/>
          </a:prstGeom>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b="1" dirty="0">
                <a:solidFill>
                  <a:srgbClr val="E56E00"/>
                </a:solidFill>
                <a:ea typeface="+mn-lt"/>
                <a:cs typeface="+mn-lt"/>
              </a:rPr>
              <a:t>Broader Impact</a:t>
            </a:r>
            <a:endParaRPr lang="en-US" dirty="0">
              <a:solidFill>
                <a:srgbClr val="E56E00"/>
              </a:solidFill>
            </a:endParaRPr>
          </a:p>
          <a:p>
            <a:pPr>
              <a:buNone/>
            </a:pPr>
            <a:r>
              <a:rPr lang="en-US" sz="1600" dirty="0">
                <a:solidFill>
                  <a:schemeClr val="bg1"/>
                </a:solidFill>
                <a:ea typeface="+mn-lt"/>
                <a:cs typeface="+mn-lt"/>
              </a:rPr>
              <a:t>• Replicable framework for service industries</a:t>
            </a:r>
            <a:endParaRPr lang="en-US" dirty="0">
              <a:solidFill>
                <a:schemeClr val="bg1"/>
              </a:solidFill>
              <a:ea typeface="+mn-lt"/>
              <a:cs typeface="+mn-lt"/>
            </a:endParaRPr>
          </a:p>
          <a:p>
            <a:pPr>
              <a:buNone/>
            </a:pPr>
            <a:r>
              <a:rPr lang="en-US" sz="1600" dirty="0">
                <a:solidFill>
                  <a:schemeClr val="bg1"/>
                </a:solidFill>
                <a:ea typeface="+mn-lt"/>
                <a:cs typeface="+mn-lt"/>
              </a:rPr>
              <a:t>• Bridge between patient experience and business outcomes </a:t>
            </a:r>
            <a:endParaRPr lang="en-US" dirty="0">
              <a:solidFill>
                <a:schemeClr val="bg1"/>
              </a:solidFill>
              <a:ea typeface="+mn-lt"/>
              <a:cs typeface="+mn-lt"/>
            </a:endParaRPr>
          </a:p>
          <a:p>
            <a:pPr>
              <a:buNone/>
            </a:pPr>
            <a:r>
              <a:rPr lang="en-US" sz="1600" dirty="0">
                <a:solidFill>
                  <a:schemeClr val="bg1"/>
                </a:solidFill>
                <a:ea typeface="+mn-lt"/>
                <a:cs typeface="+mn-lt"/>
              </a:rPr>
              <a:t>• Foundation for future mixed-methods research</a:t>
            </a:r>
            <a:endParaRPr lang="en-US" dirty="0">
              <a:solidFill>
                <a:schemeClr val="bg1"/>
              </a:solidFill>
            </a:endParaRPr>
          </a:p>
        </p:txBody>
      </p:sp>
    </p:spTree>
    <p:custDataLst>
      <p:tags r:id="rId1"/>
    </p:custDataLst>
    <p:extLst>
      <p:ext uri="{BB962C8B-B14F-4D97-AF65-F5344CB8AC3E}">
        <p14:creationId xmlns:p14="http://schemas.microsoft.com/office/powerpoint/2010/main" val="1748756999"/>
      </p:ext>
    </p:extLst>
  </p:cSld>
  <p:clrMapOvr>
    <a:masterClrMapping/>
  </p:clrMapOvr>
  <mc:AlternateContent xmlns:mc="http://schemas.openxmlformats.org/markup-compatibility/2006" xmlns:p14="http://schemas.microsoft.com/office/powerpoint/2010/main">
    <mc:Choice Requires="p14">
      <p:transition spd="slow" p14:dur="2000" advTm="40964"/>
    </mc:Choice>
    <mc:Fallback xmlns="">
      <p:transition spd="slow" advTm="4096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8" grpId="0" animBg="1"/>
      <p:bldP spid="19" grpId="0"/>
      <p:bldP spid="12" grpId="0"/>
      <p:bldP spid="4" grpId="0" animBg="1"/>
      <p:bldP spid="7" grpId="0"/>
      <p:bldP spid="14" grpId="0" animBg="1"/>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413F5-DBDE-A6F7-7EEF-B2AE3FE3C3FE}"/>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6A4C9832-1A0F-A72A-3D1E-9E865BD3D8B4}"/>
              </a:ext>
            </a:extLst>
          </p:cNvPr>
          <p:cNvSpPr/>
          <p:nvPr/>
        </p:nvSpPr>
        <p:spPr>
          <a:xfrm>
            <a:off x="4097547" y="-14377"/>
            <a:ext cx="3994124" cy="6867827"/>
          </a:xfrm>
          <a:prstGeom prst="rect">
            <a:avLst/>
          </a:prstGeom>
          <a:solidFill>
            <a:schemeClr val="tx1">
              <a:lumMod val="75000"/>
              <a:lumOff val="2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FB9A6CA-6B9C-F30A-93E4-3CC7B0A3D4F1}"/>
              </a:ext>
            </a:extLst>
          </p:cNvPr>
          <p:cNvSpPr/>
          <p:nvPr/>
        </p:nvSpPr>
        <p:spPr>
          <a:xfrm>
            <a:off x="-1" y="-14378"/>
            <a:ext cx="3994124" cy="6867827"/>
          </a:xfrm>
          <a:prstGeom prst="rect">
            <a:avLst/>
          </a:prstGeom>
          <a:solidFill>
            <a:schemeClr val="tx1">
              <a:lumMod val="50000"/>
              <a:lumOff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AFB62AC-91E7-D358-EDDF-C40FE0939334}"/>
              </a:ext>
            </a:extLst>
          </p:cNvPr>
          <p:cNvSpPr/>
          <p:nvPr/>
        </p:nvSpPr>
        <p:spPr>
          <a:xfrm>
            <a:off x="8195094" y="-14377"/>
            <a:ext cx="3994124" cy="6867827"/>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person in blue shirt writing on white paper">
            <a:extLst>
              <a:ext uri="{FF2B5EF4-FFF2-40B4-BE49-F238E27FC236}">
                <a16:creationId xmlns:a16="http://schemas.microsoft.com/office/drawing/2014/main" id="{D20C1C83-E09D-04B1-1AA8-FAADA68C072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342" b="7640"/>
          <a:stretch>
            <a:fillRect/>
          </a:stretch>
        </p:blipFill>
        <p:spPr bwMode="auto">
          <a:xfrm>
            <a:off x="2782" y="-14378"/>
            <a:ext cx="12186435" cy="686271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0A5EEC8-B71B-BBB5-08B4-1ED8A9AA8B6C}"/>
              </a:ext>
            </a:extLst>
          </p:cNvPr>
          <p:cNvSpPr/>
          <p:nvPr/>
        </p:nvSpPr>
        <p:spPr>
          <a:xfrm>
            <a:off x="-1" y="-19493"/>
            <a:ext cx="12196894" cy="6941264"/>
          </a:xfrm>
          <a:prstGeom prst="rect">
            <a:avLst/>
          </a:prstGeom>
          <a:solidFill>
            <a:srgbClr val="000000">
              <a:alpha val="64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67F46FB2-C964-7192-9E21-98B78C03E98F}"/>
              </a:ext>
            </a:extLst>
          </p:cNvPr>
          <p:cNvSpPr/>
          <p:nvPr/>
        </p:nvSpPr>
        <p:spPr>
          <a:xfrm>
            <a:off x="-29879" y="811183"/>
            <a:ext cx="12221879" cy="100473"/>
          </a:xfrm>
          <a:prstGeom prst="rect">
            <a:avLst/>
          </a:prstGeom>
          <a:solidFill>
            <a:srgbClr val="FF4F00">
              <a:alpha val="29779"/>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a:p>
        </p:txBody>
      </p:sp>
      <p:pic>
        <p:nvPicPr>
          <p:cNvPr id="10" name="Picture 9" descr="Torrens University Australia research repository - Browse">
            <a:extLst>
              <a:ext uri="{FF2B5EF4-FFF2-40B4-BE49-F238E27FC236}">
                <a16:creationId xmlns:a16="http://schemas.microsoft.com/office/drawing/2014/main" id="{D792C78E-D833-FE00-A42F-549A1496F421}"/>
              </a:ext>
            </a:extLst>
          </p:cNvPr>
          <p:cNvPicPr>
            <a:picLocks noChangeAspect="1"/>
          </p:cNvPicPr>
          <p:nvPr/>
        </p:nvPicPr>
        <p:blipFill>
          <a:blip r:embed="rId5"/>
          <a:stretch>
            <a:fillRect/>
          </a:stretch>
        </p:blipFill>
        <p:spPr>
          <a:xfrm>
            <a:off x="10810326" y="6179120"/>
            <a:ext cx="1384454" cy="742651"/>
          </a:xfrm>
          <a:prstGeom prst="rect">
            <a:avLst/>
          </a:prstGeom>
        </p:spPr>
      </p:pic>
      <p:sp>
        <p:nvSpPr>
          <p:cNvPr id="6" name="TextBox 5">
            <a:extLst>
              <a:ext uri="{FF2B5EF4-FFF2-40B4-BE49-F238E27FC236}">
                <a16:creationId xmlns:a16="http://schemas.microsoft.com/office/drawing/2014/main" id="{973C0577-F9CE-F812-CDC0-D0AEDC3AEAC7}"/>
              </a:ext>
            </a:extLst>
          </p:cNvPr>
          <p:cNvSpPr txBox="1"/>
          <p:nvPr/>
        </p:nvSpPr>
        <p:spPr>
          <a:xfrm>
            <a:off x="446901" y="304632"/>
            <a:ext cx="535562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rgbClr val="EE6F00"/>
                </a:solidFill>
              </a:rPr>
              <a:t>T</a:t>
            </a:r>
            <a:r>
              <a:rPr lang="en-US" sz="3200" b="1" dirty="0">
                <a:solidFill>
                  <a:schemeClr val="bg1"/>
                </a:solidFill>
              </a:rPr>
              <a:t>IMELINE</a:t>
            </a:r>
            <a:endParaRPr lang="en-US" sz="1200" b="1" dirty="0">
              <a:solidFill>
                <a:schemeClr val="bg1"/>
              </a:solidFill>
              <a:cs typeface="Segoe UI"/>
            </a:endParaRPr>
          </a:p>
        </p:txBody>
      </p:sp>
      <p:pic>
        <p:nvPicPr>
          <p:cNvPr id="9" name="Picture 8">
            <a:extLst>
              <a:ext uri="{FF2B5EF4-FFF2-40B4-BE49-F238E27FC236}">
                <a16:creationId xmlns:a16="http://schemas.microsoft.com/office/drawing/2014/main" id="{7AF9B12D-EAB9-30F5-DB17-588102EE2A2B}"/>
              </a:ext>
            </a:extLst>
          </p:cNvPr>
          <p:cNvPicPr>
            <a:picLocks noChangeAspect="1"/>
          </p:cNvPicPr>
          <p:nvPr/>
        </p:nvPicPr>
        <p:blipFill>
          <a:blip r:embed="rId6"/>
          <a:stretch>
            <a:fillRect/>
          </a:stretch>
        </p:blipFill>
        <p:spPr>
          <a:xfrm>
            <a:off x="339725" y="1552575"/>
            <a:ext cx="11512550" cy="41592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3" name="Arrow: Down 12">
            <a:extLst>
              <a:ext uri="{FF2B5EF4-FFF2-40B4-BE49-F238E27FC236}">
                <a16:creationId xmlns:a16="http://schemas.microsoft.com/office/drawing/2014/main" id="{ECAF655A-DF37-0087-3FAF-631CCCF570CC}"/>
              </a:ext>
            </a:extLst>
          </p:cNvPr>
          <p:cNvSpPr/>
          <p:nvPr/>
        </p:nvSpPr>
        <p:spPr>
          <a:xfrm>
            <a:off x="5142484" y="2586736"/>
            <a:ext cx="256032" cy="394208"/>
          </a:xfrm>
          <a:prstGeom prst="downArrow">
            <a:avLst/>
          </a:prstGeom>
          <a:solidFill>
            <a:srgbClr val="E56E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ustDataLst>
      <p:tags r:id="rId1"/>
    </p:custDataLst>
    <p:extLst>
      <p:ext uri="{BB962C8B-B14F-4D97-AF65-F5344CB8AC3E}">
        <p14:creationId xmlns:p14="http://schemas.microsoft.com/office/powerpoint/2010/main" val="2451077623"/>
      </p:ext>
    </p:extLst>
  </p:cSld>
  <p:clrMapOvr>
    <a:masterClrMapping/>
  </p:clrMapOvr>
  <mc:AlternateContent xmlns:mc="http://schemas.openxmlformats.org/markup-compatibility/2006" xmlns:p14="http://schemas.microsoft.com/office/powerpoint/2010/main">
    <mc:Choice Requires="p14">
      <p:transition spd="slow" p14:dur="2000" advTm="19898"/>
    </mc:Choice>
    <mc:Fallback xmlns="">
      <p:transition spd="slow" advTm="1989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BC407-C5B4-6AA2-FD24-439944DC83A0}"/>
            </a:ext>
          </a:extLst>
        </p:cNvPr>
        <p:cNvGrpSpPr/>
        <p:nvPr/>
      </p:nvGrpSpPr>
      <p:grpSpPr>
        <a:xfrm>
          <a:off x="0" y="0"/>
          <a:ext cx="0" cy="0"/>
          <a:chOff x="0" y="0"/>
          <a:chExt cx="0" cy="0"/>
        </a:xfrm>
      </p:grpSpPr>
      <p:pic>
        <p:nvPicPr>
          <p:cNvPr id="3" name="Picture 2" descr="books on white wooden shelf">
            <a:extLst>
              <a:ext uri="{FF2B5EF4-FFF2-40B4-BE49-F238E27FC236}">
                <a16:creationId xmlns:a16="http://schemas.microsoft.com/office/drawing/2014/main" id="{3E2783AE-98F7-1F20-4666-2982A11F3E67}"/>
              </a:ext>
            </a:extLst>
          </p:cNvPr>
          <p:cNvPicPr>
            <a:picLocks noChangeAspect="1"/>
          </p:cNvPicPr>
          <p:nvPr/>
        </p:nvPicPr>
        <p:blipFill>
          <a:blip r:embed="rId3"/>
          <a:srcRect l="21" t="7587" r="-21" b="8458"/>
          <a:stretch>
            <a:fillRect/>
          </a:stretch>
        </p:blipFill>
        <p:spPr>
          <a:xfrm>
            <a:off x="0" y="0"/>
            <a:ext cx="12197092" cy="6858007"/>
          </a:xfrm>
          <a:prstGeom prst="rect">
            <a:avLst/>
          </a:prstGeom>
        </p:spPr>
      </p:pic>
      <p:sp>
        <p:nvSpPr>
          <p:cNvPr id="6" name="Rectangle 5">
            <a:extLst>
              <a:ext uri="{FF2B5EF4-FFF2-40B4-BE49-F238E27FC236}">
                <a16:creationId xmlns:a16="http://schemas.microsoft.com/office/drawing/2014/main" id="{1477E85B-367B-4541-AC06-AA47CBE3427E}"/>
              </a:ext>
            </a:extLst>
          </p:cNvPr>
          <p:cNvSpPr/>
          <p:nvPr/>
        </p:nvSpPr>
        <p:spPr>
          <a:xfrm>
            <a:off x="0" y="-15240"/>
            <a:ext cx="12192000" cy="6929120"/>
          </a:xfrm>
          <a:prstGeom prst="rect">
            <a:avLst/>
          </a:prstGeom>
          <a:solidFill>
            <a:srgbClr val="000000">
              <a:alpha val="74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descr="Torrens University Australia research repository - Browse">
            <a:extLst>
              <a:ext uri="{FF2B5EF4-FFF2-40B4-BE49-F238E27FC236}">
                <a16:creationId xmlns:a16="http://schemas.microsoft.com/office/drawing/2014/main" id="{8ACF0446-46F0-9B31-78F4-0C1AC247A81E}"/>
              </a:ext>
            </a:extLst>
          </p:cNvPr>
          <p:cNvPicPr>
            <a:picLocks noChangeAspect="1"/>
          </p:cNvPicPr>
          <p:nvPr/>
        </p:nvPicPr>
        <p:blipFill>
          <a:blip r:embed="rId4"/>
          <a:stretch>
            <a:fillRect/>
          </a:stretch>
        </p:blipFill>
        <p:spPr>
          <a:xfrm>
            <a:off x="10810326" y="6179120"/>
            <a:ext cx="1384454" cy="742651"/>
          </a:xfrm>
          <a:prstGeom prst="rect">
            <a:avLst/>
          </a:prstGeom>
        </p:spPr>
      </p:pic>
      <p:sp>
        <p:nvSpPr>
          <p:cNvPr id="4" name="Rectangle 3">
            <a:extLst>
              <a:ext uri="{FF2B5EF4-FFF2-40B4-BE49-F238E27FC236}">
                <a16:creationId xmlns:a16="http://schemas.microsoft.com/office/drawing/2014/main" id="{D8C4B4D9-B8DA-A461-3E5C-8B3805193837}"/>
              </a:ext>
            </a:extLst>
          </p:cNvPr>
          <p:cNvSpPr/>
          <p:nvPr/>
        </p:nvSpPr>
        <p:spPr>
          <a:xfrm>
            <a:off x="696951" y="1574675"/>
            <a:ext cx="10650282" cy="4548571"/>
          </a:xfrm>
          <a:prstGeom prst="rect">
            <a:avLst/>
          </a:prstGeom>
          <a:solidFill>
            <a:srgbClr val="000000">
              <a:alpha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2F2F2"/>
              </a:solidFill>
            </a:endParaRPr>
          </a:p>
        </p:txBody>
      </p:sp>
      <p:sp>
        <p:nvSpPr>
          <p:cNvPr id="5" name="TextBox 4">
            <a:extLst>
              <a:ext uri="{FF2B5EF4-FFF2-40B4-BE49-F238E27FC236}">
                <a16:creationId xmlns:a16="http://schemas.microsoft.com/office/drawing/2014/main" id="{7B64FF2F-4574-6324-F11C-DA7636FC383A}"/>
              </a:ext>
            </a:extLst>
          </p:cNvPr>
          <p:cNvSpPr txBox="1"/>
          <p:nvPr/>
        </p:nvSpPr>
        <p:spPr>
          <a:xfrm>
            <a:off x="1063487" y="2283967"/>
            <a:ext cx="9654132" cy="3139321"/>
          </a:xfrm>
          <a:prstGeom prst="rect">
            <a:avLst/>
          </a:prstGeom>
          <a:noFill/>
        </p:spPr>
        <p:txBody>
          <a:bodyPr wrap="square">
            <a:spAutoFit/>
          </a:bodyPr>
          <a:lstStyle/>
          <a:p>
            <a:r>
              <a:rPr lang="en-US" dirty="0">
                <a:solidFill>
                  <a:schemeClr val="bg1"/>
                </a:solidFill>
              </a:rPr>
              <a:t>I acknowledge that I have used OpenAI’s ChatGPT (GPT-5) to assist in the planning, outlining, and refinement of my presentation for REM502 – Assessment 3. The tool supported me in structuring slide content, improving clarity of written explanations, and enhancing the overall flow of the presentation.</a:t>
            </a:r>
          </a:p>
          <a:p>
            <a:br>
              <a:rPr lang="en-US" dirty="0">
                <a:solidFill>
                  <a:schemeClr val="bg1"/>
                </a:solidFill>
              </a:rPr>
            </a:br>
            <a:endParaRPr lang="en-US" dirty="0">
              <a:solidFill>
                <a:schemeClr val="bg1"/>
              </a:solidFill>
            </a:endParaRPr>
          </a:p>
          <a:p>
            <a:r>
              <a:rPr lang="en-US" dirty="0">
                <a:solidFill>
                  <a:schemeClr val="bg1"/>
                </a:solidFill>
              </a:rPr>
              <a:t>I confirm that the use of the AI tool has been in accordance with the Torrens University Academic Integrity Policy and TUA, Think, and MDS’s Position Paper on the use of AI. I confirm that the final presentation and its analysis are authored by me and represent my own understanding, research, and critical thinking. I take full responsibility for the final content of this presentation.</a:t>
            </a:r>
          </a:p>
        </p:txBody>
      </p:sp>
      <p:sp>
        <p:nvSpPr>
          <p:cNvPr id="2" name="TextBox 1">
            <a:extLst>
              <a:ext uri="{FF2B5EF4-FFF2-40B4-BE49-F238E27FC236}">
                <a16:creationId xmlns:a16="http://schemas.microsoft.com/office/drawing/2014/main" id="{E7283EB0-F233-926F-A2E3-DFEE3FA5891B}"/>
              </a:ext>
            </a:extLst>
          </p:cNvPr>
          <p:cNvSpPr txBox="1"/>
          <p:nvPr/>
        </p:nvSpPr>
        <p:spPr>
          <a:xfrm>
            <a:off x="446900" y="304632"/>
            <a:ext cx="889404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rgbClr val="EE6F00"/>
                </a:solidFill>
              </a:rPr>
              <a:t>S</a:t>
            </a:r>
            <a:r>
              <a:rPr lang="en-US" sz="3200" b="1" dirty="0">
                <a:solidFill>
                  <a:schemeClr val="bg1"/>
                </a:solidFill>
              </a:rPr>
              <a:t>TATEMENT OF </a:t>
            </a:r>
            <a:r>
              <a:rPr lang="en-US" sz="4000" b="1" dirty="0">
                <a:solidFill>
                  <a:srgbClr val="EE6F00"/>
                </a:solidFill>
              </a:rPr>
              <a:t>A</a:t>
            </a:r>
            <a:r>
              <a:rPr lang="en-US" sz="3200" b="1" dirty="0">
                <a:solidFill>
                  <a:schemeClr val="bg1"/>
                </a:solidFill>
              </a:rPr>
              <a:t>CKNOWLEDGEMENT</a:t>
            </a:r>
            <a:endParaRPr lang="en-US" sz="1200" b="1" dirty="0">
              <a:solidFill>
                <a:schemeClr val="bg1"/>
              </a:solidFill>
              <a:cs typeface="Segoe UI"/>
            </a:endParaRPr>
          </a:p>
        </p:txBody>
      </p:sp>
      <p:sp>
        <p:nvSpPr>
          <p:cNvPr id="7" name="Rectangle 6">
            <a:extLst>
              <a:ext uri="{FF2B5EF4-FFF2-40B4-BE49-F238E27FC236}">
                <a16:creationId xmlns:a16="http://schemas.microsoft.com/office/drawing/2014/main" id="{766C83EE-33C0-E8B8-CC1E-F3CBFC4C705A}"/>
              </a:ext>
            </a:extLst>
          </p:cNvPr>
          <p:cNvSpPr/>
          <p:nvPr/>
        </p:nvSpPr>
        <p:spPr>
          <a:xfrm>
            <a:off x="-29879" y="811183"/>
            <a:ext cx="12221879" cy="100473"/>
          </a:xfrm>
          <a:prstGeom prst="rect">
            <a:avLst/>
          </a:prstGeom>
          <a:solidFill>
            <a:srgbClr val="FF4F00">
              <a:alpha val="29779"/>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a:p>
        </p:txBody>
      </p:sp>
    </p:spTree>
    <p:custDataLst>
      <p:tags r:id="rId1"/>
    </p:custDataLst>
    <p:extLst>
      <p:ext uri="{BB962C8B-B14F-4D97-AF65-F5344CB8AC3E}">
        <p14:creationId xmlns:p14="http://schemas.microsoft.com/office/powerpoint/2010/main" val="3915788356"/>
      </p:ext>
    </p:extLst>
  </p:cSld>
  <p:clrMapOvr>
    <a:masterClrMapping/>
  </p:clrMapOvr>
  <mc:AlternateContent xmlns:mc="http://schemas.openxmlformats.org/markup-compatibility/2006" xmlns:p14="http://schemas.microsoft.com/office/powerpoint/2010/main">
    <mc:Choice Requires="p14">
      <p:transition spd="slow" p14:dur="2000" advTm="866"/>
    </mc:Choice>
    <mc:Fallback xmlns="">
      <p:transition spd="slow" advTm="86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1FD49-7A9E-27BE-D383-8898A2BE510E}"/>
            </a:ext>
          </a:extLst>
        </p:cNvPr>
        <p:cNvGrpSpPr/>
        <p:nvPr/>
      </p:nvGrpSpPr>
      <p:grpSpPr>
        <a:xfrm>
          <a:off x="0" y="0"/>
          <a:ext cx="0" cy="0"/>
          <a:chOff x="0" y="0"/>
          <a:chExt cx="0" cy="0"/>
        </a:xfrm>
      </p:grpSpPr>
      <p:pic>
        <p:nvPicPr>
          <p:cNvPr id="3" name="Picture 2" descr="books on white wooden shelf">
            <a:extLst>
              <a:ext uri="{FF2B5EF4-FFF2-40B4-BE49-F238E27FC236}">
                <a16:creationId xmlns:a16="http://schemas.microsoft.com/office/drawing/2014/main" id="{9CC2F859-B84B-7988-7A39-AEAB23335721}"/>
              </a:ext>
            </a:extLst>
          </p:cNvPr>
          <p:cNvPicPr>
            <a:picLocks noChangeAspect="1"/>
          </p:cNvPicPr>
          <p:nvPr/>
        </p:nvPicPr>
        <p:blipFill>
          <a:blip r:embed="rId4"/>
          <a:srcRect l="21" t="7587" r="-21" b="8458"/>
          <a:stretch>
            <a:fillRect/>
          </a:stretch>
        </p:blipFill>
        <p:spPr>
          <a:xfrm>
            <a:off x="0" y="0"/>
            <a:ext cx="12197092" cy="6858007"/>
          </a:xfrm>
          <a:prstGeom prst="rect">
            <a:avLst/>
          </a:prstGeom>
        </p:spPr>
      </p:pic>
      <p:sp>
        <p:nvSpPr>
          <p:cNvPr id="6" name="Rectangle 5">
            <a:extLst>
              <a:ext uri="{FF2B5EF4-FFF2-40B4-BE49-F238E27FC236}">
                <a16:creationId xmlns:a16="http://schemas.microsoft.com/office/drawing/2014/main" id="{12953B12-0BED-5890-9CA2-159EC4C9B7D8}"/>
              </a:ext>
            </a:extLst>
          </p:cNvPr>
          <p:cNvSpPr/>
          <p:nvPr/>
        </p:nvSpPr>
        <p:spPr>
          <a:xfrm>
            <a:off x="0" y="-15240"/>
            <a:ext cx="12192000" cy="6929120"/>
          </a:xfrm>
          <a:prstGeom prst="rect">
            <a:avLst/>
          </a:prstGeom>
          <a:solidFill>
            <a:srgbClr val="000000">
              <a:alpha val="74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descr="Torrens University Australia research repository - Browse">
            <a:extLst>
              <a:ext uri="{FF2B5EF4-FFF2-40B4-BE49-F238E27FC236}">
                <a16:creationId xmlns:a16="http://schemas.microsoft.com/office/drawing/2014/main" id="{9E1A708B-C060-5B22-8F5E-FD8CD1DC3A4C}"/>
              </a:ext>
            </a:extLst>
          </p:cNvPr>
          <p:cNvPicPr>
            <a:picLocks noChangeAspect="1"/>
          </p:cNvPicPr>
          <p:nvPr/>
        </p:nvPicPr>
        <p:blipFill>
          <a:blip r:embed="rId5"/>
          <a:stretch>
            <a:fillRect/>
          </a:stretch>
        </p:blipFill>
        <p:spPr>
          <a:xfrm>
            <a:off x="10810326" y="6179120"/>
            <a:ext cx="1384454" cy="742651"/>
          </a:xfrm>
          <a:prstGeom prst="rect">
            <a:avLst/>
          </a:prstGeom>
        </p:spPr>
      </p:pic>
      <p:sp>
        <p:nvSpPr>
          <p:cNvPr id="4" name="Rectangle 3">
            <a:extLst>
              <a:ext uri="{FF2B5EF4-FFF2-40B4-BE49-F238E27FC236}">
                <a16:creationId xmlns:a16="http://schemas.microsoft.com/office/drawing/2014/main" id="{67A8D380-C278-9AB6-00E0-A715283C5C14}"/>
              </a:ext>
            </a:extLst>
          </p:cNvPr>
          <p:cNvSpPr/>
          <p:nvPr/>
        </p:nvSpPr>
        <p:spPr>
          <a:xfrm>
            <a:off x="696951" y="934720"/>
            <a:ext cx="11038470" cy="5281815"/>
          </a:xfrm>
          <a:prstGeom prst="rect">
            <a:avLst/>
          </a:prstGeom>
          <a:solidFill>
            <a:srgbClr val="000000">
              <a:alpha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2F2F2"/>
              </a:solidFill>
            </a:endParaRPr>
          </a:p>
        </p:txBody>
      </p:sp>
      <p:sp>
        <p:nvSpPr>
          <p:cNvPr id="5" name="TextBox 4">
            <a:extLst>
              <a:ext uri="{FF2B5EF4-FFF2-40B4-BE49-F238E27FC236}">
                <a16:creationId xmlns:a16="http://schemas.microsoft.com/office/drawing/2014/main" id="{CF722A1D-04B6-AC14-C0D0-6315C5C1AB98}"/>
              </a:ext>
            </a:extLst>
          </p:cNvPr>
          <p:cNvSpPr txBox="1"/>
          <p:nvPr/>
        </p:nvSpPr>
        <p:spPr>
          <a:xfrm>
            <a:off x="441843" y="1012487"/>
            <a:ext cx="10807738" cy="5262979"/>
          </a:xfrm>
          <a:prstGeom prst="rect">
            <a:avLst/>
          </a:prstGeom>
          <a:noFill/>
        </p:spPr>
        <p:txBody>
          <a:bodyPr wrap="square" lIns="91440" tIns="45720" rIns="91440" bIns="45720" anchor="t">
            <a:spAutoFit/>
          </a:bodyPr>
          <a:lstStyle/>
          <a:p>
            <a:r>
              <a:rPr lang="en-US" sz="1200">
                <a:solidFill>
                  <a:schemeClr val="bg1"/>
                </a:solidFill>
                <a:latin typeface="Times New Roman"/>
                <a:cs typeface="Times New Roman"/>
              </a:rPr>
              <a:t>Alkhnbashi, O. S., Mohammad, R., &amp; Hammoudeh, M. (2024). </a:t>
            </a:r>
            <a:r>
              <a:rPr lang="en-US" sz="1200" i="1">
                <a:solidFill>
                  <a:schemeClr val="bg1"/>
                </a:solidFill>
                <a:latin typeface="Times New Roman"/>
                <a:cs typeface="Times New Roman"/>
              </a:rPr>
              <a:t>Aspect-based sentiment analysis of patient feedback using large language models.</a:t>
            </a:r>
            <a:r>
              <a:rPr lang="en-US" sz="1200">
                <a:solidFill>
                  <a:schemeClr val="bg1"/>
                </a:solidFill>
                <a:latin typeface="Times New Roman"/>
                <a:cs typeface="Times New Roman"/>
              </a:rPr>
              <a:t> Big Data and Cognitive Computing, 8(12). </a:t>
            </a:r>
            <a:r>
              <a:rPr lang="en-US" sz="1200" dirty="0">
                <a:solidFill>
                  <a:schemeClr val="bg1"/>
                </a:solidFill>
                <a:latin typeface="Times New Roman"/>
                <a:cs typeface="Times New Roman"/>
                <a:hlinkClick r:id="rId6">
                  <a:extLst>
                    <a:ext uri="{A12FA001-AC4F-418D-AE19-62706E023703}">
                      <ahyp:hlinkClr xmlns:ahyp="http://schemas.microsoft.com/office/drawing/2018/hyperlinkcolor" val="tx"/>
                    </a:ext>
                  </a:extLst>
                </a:hlinkClick>
              </a:rPr>
              <a:t>https://doi.org/10.3390/bdcc8120167</a:t>
            </a:r>
            <a:endParaRPr lang="en-US" sz="1200">
              <a:solidFill>
                <a:schemeClr val="bg1"/>
              </a:solidFill>
              <a:latin typeface="Times New Roman"/>
              <a:cs typeface="Times New Roman"/>
            </a:endParaRPr>
          </a:p>
          <a:p>
            <a:r>
              <a:rPr lang="en-US" sz="1200">
                <a:solidFill>
                  <a:schemeClr val="bg1"/>
                </a:solidFill>
                <a:latin typeface="Times New Roman"/>
                <a:cs typeface="Times New Roman"/>
              </a:rPr>
              <a:t>Angelis, J. N., Murthy, R. S., Beaulieu, T., &amp; Miller, J. C. (2024). </a:t>
            </a:r>
            <a:r>
              <a:rPr lang="en-US" sz="1200" i="1">
                <a:solidFill>
                  <a:schemeClr val="bg1"/>
                </a:solidFill>
                <a:latin typeface="Times New Roman"/>
                <a:cs typeface="Times New Roman"/>
              </a:rPr>
              <a:t>Better angry than afraid: the case of post data breach emotions on customer engagement.</a:t>
            </a:r>
            <a:r>
              <a:rPr lang="en-US" sz="1200">
                <a:solidFill>
                  <a:schemeClr val="bg1"/>
                </a:solidFill>
                <a:latin typeface="Times New Roman"/>
                <a:cs typeface="Times New Roman"/>
              </a:rPr>
              <a:t> IEEE Transactions on Engineering Management, 71, 2593–2605. </a:t>
            </a:r>
            <a:r>
              <a:rPr lang="en-US" sz="1200" dirty="0">
                <a:solidFill>
                  <a:schemeClr val="bg1"/>
                </a:solidFill>
                <a:latin typeface="Times New Roman"/>
                <a:cs typeface="Times New Roman"/>
                <a:hlinkClick r:id="rId7">
                  <a:extLst>
                    <a:ext uri="{A12FA001-AC4F-418D-AE19-62706E023703}">
                      <ahyp:hlinkClr xmlns:ahyp="http://schemas.microsoft.com/office/drawing/2018/hyperlinkcolor" val="tx"/>
                    </a:ext>
                  </a:extLst>
                </a:hlinkClick>
              </a:rPr>
              <a:t>https://doi.org/10.1109/TEM.2022.3189599</a:t>
            </a:r>
            <a:endParaRPr lang="en-US" sz="1200" dirty="0">
              <a:solidFill>
                <a:schemeClr val="bg1"/>
              </a:solidFill>
              <a:latin typeface="Times New Roman"/>
              <a:cs typeface="Times New Roman"/>
            </a:endParaRPr>
          </a:p>
          <a:p>
            <a:r>
              <a:rPr lang="en-US" sz="1200">
                <a:solidFill>
                  <a:schemeClr val="bg1"/>
                </a:solidFill>
                <a:latin typeface="Times New Roman"/>
                <a:cs typeface="Times New Roman"/>
              </a:rPr>
              <a:t>Bryman, A. (2016). </a:t>
            </a:r>
            <a:r>
              <a:rPr lang="en-US" sz="1200" i="1">
                <a:solidFill>
                  <a:schemeClr val="bg1"/>
                </a:solidFill>
                <a:latin typeface="Times New Roman"/>
                <a:cs typeface="Times New Roman"/>
              </a:rPr>
              <a:t>Social research methods</a:t>
            </a:r>
            <a:r>
              <a:rPr lang="en-US" sz="1200">
                <a:solidFill>
                  <a:schemeClr val="bg1"/>
                </a:solidFill>
                <a:latin typeface="Times New Roman"/>
                <a:cs typeface="Times New Roman"/>
              </a:rPr>
              <a:t> (5th ed.). Oxford University Press. </a:t>
            </a:r>
            <a:endParaRPr lang="en-US" sz="1200" dirty="0">
              <a:solidFill>
                <a:schemeClr val="bg1"/>
              </a:solidFill>
              <a:latin typeface="Times New Roman"/>
              <a:cs typeface="Times New Roman"/>
            </a:endParaRPr>
          </a:p>
          <a:p>
            <a:r>
              <a:rPr lang="en-US" sz="1200">
                <a:solidFill>
                  <a:schemeClr val="bg1"/>
                </a:solidFill>
                <a:latin typeface="Times New Roman"/>
                <a:cs typeface="Times New Roman"/>
              </a:rPr>
              <a:t>Cahya, V. N. C., Setyanto, R., &amp; Paradise, P. (2025). </a:t>
            </a:r>
            <a:r>
              <a:rPr lang="en-US" sz="1200" i="1">
                <a:solidFill>
                  <a:schemeClr val="bg1"/>
                </a:solidFill>
                <a:latin typeface="Times New Roman"/>
                <a:cs typeface="Times New Roman"/>
              </a:rPr>
              <a:t>Analysis of the effectiveness of loyalty membership programs in increasing customer retention using net promoter score (NPS) with information system support</a:t>
            </a:r>
            <a:r>
              <a:rPr lang="en-US" sz="1200">
                <a:solidFill>
                  <a:schemeClr val="bg1"/>
                </a:solidFill>
                <a:latin typeface="Times New Roman"/>
                <a:cs typeface="Times New Roman"/>
              </a:rPr>
              <a:t>. Eduvest-Journal of Universal Studies, 5(9), 10974-10983.</a:t>
            </a:r>
            <a:endParaRPr lang="en-US" sz="1200" dirty="0">
              <a:solidFill>
                <a:schemeClr val="bg1"/>
              </a:solidFill>
              <a:latin typeface="Times New Roman"/>
              <a:cs typeface="Times New Roman"/>
            </a:endParaRPr>
          </a:p>
          <a:p>
            <a:r>
              <a:rPr lang="en-US" sz="1200">
                <a:solidFill>
                  <a:schemeClr val="bg1"/>
                </a:solidFill>
                <a:latin typeface="Times New Roman"/>
                <a:cs typeface="Times New Roman"/>
              </a:rPr>
              <a:t>Chen, E. (2023). </a:t>
            </a:r>
            <a:r>
              <a:rPr lang="en-US" sz="1200" i="1">
                <a:solidFill>
                  <a:schemeClr val="bg1"/>
                </a:solidFill>
                <a:latin typeface="Times New Roman"/>
                <a:cs typeface="Times New Roman"/>
              </a:rPr>
              <a:t>Growth product manager’s handbook.</a:t>
            </a:r>
            <a:r>
              <a:rPr lang="en-US" sz="1200">
                <a:solidFill>
                  <a:schemeClr val="bg1"/>
                </a:solidFill>
                <a:latin typeface="Times New Roman"/>
                <a:cs typeface="Times New Roman"/>
              </a:rPr>
              <a:t> O’Reilly Media.</a:t>
            </a:r>
            <a:endParaRPr lang="en-US" sz="1200" dirty="0">
              <a:solidFill>
                <a:schemeClr val="bg1"/>
              </a:solidFill>
              <a:latin typeface="Times New Roman"/>
              <a:cs typeface="Times New Roman"/>
            </a:endParaRPr>
          </a:p>
          <a:p>
            <a:r>
              <a:rPr lang="en-US" sz="1200">
                <a:solidFill>
                  <a:schemeClr val="bg1"/>
                </a:solidFill>
                <a:latin typeface="Times New Roman"/>
                <a:cs typeface="Times New Roman"/>
              </a:rPr>
              <a:t>Cohen, J. (1988). </a:t>
            </a:r>
            <a:r>
              <a:rPr lang="en-US" sz="1200" i="1">
                <a:solidFill>
                  <a:schemeClr val="bg1"/>
                </a:solidFill>
                <a:latin typeface="Times New Roman"/>
                <a:cs typeface="Times New Roman"/>
              </a:rPr>
              <a:t>Statistical power analysis for the behavioral sciences </a:t>
            </a:r>
            <a:r>
              <a:rPr lang="en-US" sz="1200">
                <a:solidFill>
                  <a:schemeClr val="bg1"/>
                </a:solidFill>
                <a:latin typeface="Times New Roman"/>
                <a:cs typeface="Times New Roman"/>
              </a:rPr>
              <a:t>(2nd ed.). Routledge. </a:t>
            </a:r>
            <a:endParaRPr lang="en-US" sz="1200" dirty="0">
              <a:solidFill>
                <a:schemeClr val="bg1"/>
              </a:solidFill>
              <a:latin typeface="Times New Roman"/>
              <a:cs typeface="Times New Roman"/>
            </a:endParaRPr>
          </a:p>
          <a:p>
            <a:r>
              <a:rPr lang="en-US" sz="1200">
                <a:solidFill>
                  <a:schemeClr val="bg1"/>
                </a:solidFill>
                <a:latin typeface="Times New Roman"/>
                <a:cs typeface="Times New Roman"/>
              </a:rPr>
              <a:t>Creswell, J. W., &amp; Plano Clark, V. L. (2023). </a:t>
            </a:r>
            <a:r>
              <a:rPr lang="en-US" sz="1200" i="1">
                <a:solidFill>
                  <a:schemeClr val="bg1"/>
                </a:solidFill>
                <a:latin typeface="Times New Roman"/>
                <a:cs typeface="Times New Roman"/>
              </a:rPr>
              <a:t>Designing and conducting mixed methods research</a:t>
            </a:r>
            <a:r>
              <a:rPr lang="en-US" sz="1200">
                <a:solidFill>
                  <a:schemeClr val="bg1"/>
                </a:solidFill>
                <a:latin typeface="Times New Roman"/>
                <a:cs typeface="Times New Roman"/>
              </a:rPr>
              <a:t> (4th ed.). SAGE Publications. </a:t>
            </a:r>
            <a:endParaRPr lang="en-US" sz="1200" dirty="0">
              <a:solidFill>
                <a:schemeClr val="bg1"/>
              </a:solidFill>
              <a:latin typeface="Times New Roman"/>
              <a:cs typeface="Times New Roman"/>
            </a:endParaRPr>
          </a:p>
          <a:p>
            <a:r>
              <a:rPr lang="en-US" sz="1200">
                <a:solidFill>
                  <a:schemeClr val="bg1"/>
                </a:solidFill>
                <a:latin typeface="Times New Roman"/>
                <a:cs typeface="Times New Roman"/>
              </a:rPr>
              <a:t>Dawes, J. G. (2024). </a:t>
            </a:r>
            <a:r>
              <a:rPr lang="en-US" sz="1200" i="1">
                <a:solidFill>
                  <a:schemeClr val="bg1"/>
                </a:solidFill>
                <a:latin typeface="Times New Roman"/>
                <a:cs typeface="Times New Roman"/>
              </a:rPr>
              <a:t>The net promoter score: What should managers know? International Journal of Market Research</a:t>
            </a:r>
            <a:r>
              <a:rPr lang="en-US" sz="1200">
                <a:solidFill>
                  <a:schemeClr val="bg1"/>
                </a:solidFill>
                <a:latin typeface="Times New Roman"/>
                <a:cs typeface="Times New Roman"/>
              </a:rPr>
              <a:t>, 66(2–3), 182–198. </a:t>
            </a:r>
            <a:r>
              <a:rPr lang="en-US" sz="1200" dirty="0">
                <a:solidFill>
                  <a:schemeClr val="bg1"/>
                </a:solidFill>
                <a:latin typeface="Times New Roman"/>
                <a:cs typeface="Times New Roman"/>
                <a:hlinkClick r:id="rId8">
                  <a:extLst>
                    <a:ext uri="{A12FA001-AC4F-418D-AE19-62706E023703}">
                      <ahyp:hlinkClr xmlns:ahyp="http://schemas.microsoft.com/office/drawing/2018/hyperlinkcolor" val="tx"/>
                    </a:ext>
                  </a:extLst>
                </a:hlinkClick>
              </a:rPr>
              <a:t>https://doi.org/10.1177/14707853231195003</a:t>
            </a:r>
            <a:r>
              <a:rPr lang="en-US" sz="1200" dirty="0">
                <a:solidFill>
                  <a:schemeClr val="bg1"/>
                </a:solidFill>
                <a:latin typeface="Times New Roman"/>
                <a:cs typeface="Times New Roman"/>
              </a:rPr>
              <a:t> </a:t>
            </a:r>
          </a:p>
          <a:p>
            <a:r>
              <a:rPr lang="en-US" sz="1200">
                <a:solidFill>
                  <a:schemeClr val="bg1"/>
                </a:solidFill>
                <a:latin typeface="Times New Roman"/>
                <a:cs typeface="Times New Roman"/>
              </a:rPr>
              <a:t>Dawes, J. G. (2024). N</a:t>
            </a:r>
            <a:r>
              <a:rPr lang="en-US" sz="1200" i="1">
                <a:solidFill>
                  <a:schemeClr val="bg1"/>
                </a:solidFill>
                <a:latin typeface="Times New Roman"/>
                <a:cs typeface="Times New Roman"/>
              </a:rPr>
              <a:t>et promoter and revenue growth: An examination across three industries.</a:t>
            </a:r>
            <a:r>
              <a:rPr lang="en-US" sz="1200">
                <a:solidFill>
                  <a:schemeClr val="bg1"/>
                </a:solidFill>
                <a:latin typeface="Times New Roman"/>
                <a:cs typeface="Times New Roman"/>
              </a:rPr>
              <a:t> Australasian Marketing Journal, 32(1), 4-18.</a:t>
            </a:r>
            <a:endParaRPr lang="en-US" sz="1200" dirty="0">
              <a:solidFill>
                <a:schemeClr val="bg1"/>
              </a:solidFill>
              <a:latin typeface="Times New Roman"/>
              <a:cs typeface="Times New Roman"/>
            </a:endParaRPr>
          </a:p>
          <a:p>
            <a:r>
              <a:rPr lang="en-US" sz="1200">
                <a:solidFill>
                  <a:schemeClr val="bg1"/>
                </a:solidFill>
                <a:latin typeface="Times New Roman"/>
                <a:cs typeface="Times New Roman"/>
              </a:rPr>
              <a:t>Field, A. (2018). </a:t>
            </a:r>
            <a:r>
              <a:rPr lang="en-US" sz="1200" i="1">
                <a:solidFill>
                  <a:schemeClr val="bg1"/>
                </a:solidFill>
                <a:latin typeface="Times New Roman"/>
                <a:cs typeface="Times New Roman"/>
              </a:rPr>
              <a:t>Discovering statistics using IBM SPSS Statistics</a:t>
            </a:r>
            <a:r>
              <a:rPr lang="en-US" sz="1200">
                <a:solidFill>
                  <a:schemeClr val="bg1"/>
                </a:solidFill>
                <a:latin typeface="Times New Roman"/>
                <a:cs typeface="Times New Roman"/>
              </a:rPr>
              <a:t> (5th ed.). SAGE Publications. </a:t>
            </a:r>
            <a:endParaRPr lang="en-US" sz="1200" dirty="0">
              <a:solidFill>
                <a:schemeClr val="bg1"/>
              </a:solidFill>
              <a:latin typeface="Times New Roman"/>
              <a:cs typeface="Times New Roman"/>
            </a:endParaRPr>
          </a:p>
          <a:p>
            <a:r>
              <a:rPr lang="en-US" sz="1200">
                <a:solidFill>
                  <a:schemeClr val="bg1"/>
                </a:solidFill>
                <a:latin typeface="Times New Roman"/>
                <a:cs typeface="Times New Roman"/>
              </a:rPr>
              <a:t>Godovykh, M., &amp; Pizam, A. (2023). </a:t>
            </a:r>
            <a:r>
              <a:rPr lang="en-US" sz="1200" i="1">
                <a:solidFill>
                  <a:schemeClr val="bg1"/>
                </a:solidFill>
                <a:latin typeface="Times New Roman"/>
                <a:cs typeface="Times New Roman"/>
              </a:rPr>
              <a:t>Measuring patient experience in healthcare.</a:t>
            </a:r>
            <a:r>
              <a:rPr lang="en-US" sz="1200">
                <a:solidFill>
                  <a:schemeClr val="bg1"/>
                </a:solidFill>
                <a:latin typeface="Times New Roman"/>
                <a:cs typeface="Times New Roman"/>
              </a:rPr>
              <a:t> International Journal of Hospitality Management, 112, 103405. </a:t>
            </a:r>
            <a:r>
              <a:rPr lang="en-US" sz="1200" dirty="0">
                <a:solidFill>
                  <a:schemeClr val="bg1"/>
                </a:solidFill>
                <a:latin typeface="Times New Roman"/>
                <a:cs typeface="Times New Roman"/>
                <a:hlinkClick r:id="rId9">
                  <a:extLst>
                    <a:ext uri="{A12FA001-AC4F-418D-AE19-62706E023703}">
                      <ahyp:hlinkClr xmlns:ahyp="http://schemas.microsoft.com/office/drawing/2018/hyperlinkcolor" val="tx"/>
                    </a:ext>
                  </a:extLst>
                </a:hlinkClick>
              </a:rPr>
              <a:t>https://doi.org/10.1016/j.ijhm.2022.103405</a:t>
            </a:r>
            <a:endParaRPr lang="en-US" sz="1200" dirty="0">
              <a:solidFill>
                <a:schemeClr val="bg1"/>
              </a:solidFill>
              <a:latin typeface="Times New Roman"/>
              <a:cs typeface="Times New Roman"/>
            </a:endParaRPr>
          </a:p>
          <a:p>
            <a:r>
              <a:rPr lang="en-US" sz="1200">
                <a:solidFill>
                  <a:schemeClr val="bg1"/>
                </a:solidFill>
                <a:latin typeface="Times New Roman"/>
                <a:cs typeface="Times New Roman"/>
              </a:rPr>
              <a:t>Mar, J., &amp; Armaly, P. (2023). </a:t>
            </a:r>
            <a:r>
              <a:rPr lang="en-US" sz="1200" i="1">
                <a:solidFill>
                  <a:schemeClr val="bg1"/>
                </a:solidFill>
                <a:latin typeface="Times New Roman"/>
                <a:cs typeface="Times New Roman"/>
              </a:rPr>
              <a:t>Mastering customer success.</a:t>
            </a:r>
            <a:r>
              <a:rPr lang="en-US" sz="1200">
                <a:solidFill>
                  <a:schemeClr val="bg1"/>
                </a:solidFill>
                <a:latin typeface="Times New Roman"/>
                <a:cs typeface="Times New Roman"/>
              </a:rPr>
              <a:t> O’Reilly Media.</a:t>
            </a:r>
            <a:endParaRPr lang="en-US" sz="1200" dirty="0">
              <a:solidFill>
                <a:schemeClr val="bg1"/>
              </a:solidFill>
              <a:latin typeface="Times New Roman"/>
              <a:cs typeface="Times New Roman"/>
            </a:endParaRPr>
          </a:p>
          <a:p>
            <a:r>
              <a:rPr lang="en-US" sz="1200">
                <a:solidFill>
                  <a:schemeClr val="bg1"/>
                </a:solidFill>
                <a:latin typeface="Times New Roman"/>
                <a:cs typeface="Times New Roman"/>
              </a:rPr>
              <a:t>Morgan, D. L. (2014). </a:t>
            </a:r>
            <a:r>
              <a:rPr lang="en-US" sz="1200" i="1">
                <a:solidFill>
                  <a:schemeClr val="bg1"/>
                </a:solidFill>
                <a:latin typeface="Times New Roman"/>
                <a:cs typeface="Times New Roman"/>
              </a:rPr>
              <a:t>Pragmatism as a paradigm for social research</a:t>
            </a:r>
            <a:r>
              <a:rPr lang="en-US" sz="1200">
                <a:solidFill>
                  <a:schemeClr val="bg1"/>
                </a:solidFill>
                <a:latin typeface="Times New Roman"/>
                <a:cs typeface="Times New Roman"/>
              </a:rPr>
              <a:t>. Qualitative Inquiry, 20(8), 1045–1053. </a:t>
            </a:r>
            <a:r>
              <a:rPr lang="en-US" sz="1200" dirty="0">
                <a:solidFill>
                  <a:schemeClr val="bg1"/>
                </a:solidFill>
                <a:latin typeface="Times New Roman"/>
                <a:cs typeface="Times New Roman"/>
                <a:hlinkClick r:id="rId10">
                  <a:extLst>
                    <a:ext uri="{A12FA001-AC4F-418D-AE19-62706E023703}">
                      <ahyp:hlinkClr xmlns:ahyp="http://schemas.microsoft.com/office/drawing/2018/hyperlinkcolor" val="tx"/>
                    </a:ext>
                  </a:extLst>
                </a:hlinkClick>
              </a:rPr>
              <a:t>https://doi.org/10.1177/1077800413513733</a:t>
            </a:r>
            <a:r>
              <a:rPr lang="en-US" sz="1200" dirty="0">
                <a:solidFill>
                  <a:schemeClr val="bg1"/>
                </a:solidFill>
                <a:latin typeface="Times New Roman"/>
                <a:cs typeface="Times New Roman"/>
              </a:rPr>
              <a:t> </a:t>
            </a:r>
          </a:p>
          <a:p>
            <a:r>
              <a:rPr lang="en-US" sz="1200">
                <a:solidFill>
                  <a:schemeClr val="bg1"/>
                </a:solidFill>
                <a:latin typeface="Times New Roman"/>
                <a:cs typeface="Times New Roman"/>
              </a:rPr>
              <a:t>Pallant, J. (2020). </a:t>
            </a:r>
            <a:r>
              <a:rPr lang="en-US" sz="1200" i="1">
                <a:solidFill>
                  <a:schemeClr val="bg1"/>
                </a:solidFill>
                <a:latin typeface="Times New Roman"/>
                <a:cs typeface="Times New Roman"/>
              </a:rPr>
              <a:t>SPSS survival manual</a:t>
            </a:r>
            <a:r>
              <a:rPr lang="en-US" sz="1200">
                <a:solidFill>
                  <a:schemeClr val="bg1"/>
                </a:solidFill>
                <a:latin typeface="Times New Roman"/>
                <a:cs typeface="Times New Roman"/>
              </a:rPr>
              <a:t> (7th ed.). Routledge.</a:t>
            </a:r>
            <a:endParaRPr lang="en-US" sz="1200" dirty="0">
              <a:solidFill>
                <a:schemeClr val="bg1"/>
              </a:solidFill>
              <a:latin typeface="Times New Roman"/>
              <a:cs typeface="Times New Roman"/>
            </a:endParaRPr>
          </a:p>
          <a:p>
            <a:r>
              <a:rPr lang="en-US" sz="1200">
                <a:solidFill>
                  <a:schemeClr val="bg1"/>
                </a:solidFill>
                <a:latin typeface="Times New Roman"/>
                <a:cs typeface="Times New Roman"/>
              </a:rPr>
              <a:t>Polonsky, M. J., &amp; Waller, D. S. (2019). Quantitative data analysis. </a:t>
            </a:r>
            <a:r>
              <a:rPr lang="en-US" sz="1200" i="1">
                <a:solidFill>
                  <a:schemeClr val="bg1"/>
                </a:solidFill>
                <a:latin typeface="Times New Roman"/>
                <a:cs typeface="Times New Roman"/>
              </a:rPr>
              <a:t>In Designing and managing a research project</a:t>
            </a:r>
            <a:r>
              <a:rPr lang="en-US" sz="1200">
                <a:solidFill>
                  <a:schemeClr val="bg1"/>
                </a:solidFill>
                <a:latin typeface="Times New Roman"/>
                <a:cs typeface="Times New Roman"/>
              </a:rPr>
              <a:t> (4th ed., pp. 222-254). SAGE Publications. </a:t>
            </a:r>
            <a:r>
              <a:rPr lang="en-US" sz="1200" dirty="0">
                <a:solidFill>
                  <a:schemeClr val="bg1"/>
                </a:solidFill>
                <a:latin typeface="Times New Roman"/>
                <a:cs typeface="Times New Roman"/>
                <a:hlinkClick r:id="rId11">
                  <a:extLst>
                    <a:ext uri="{A12FA001-AC4F-418D-AE19-62706E023703}">
                      <ahyp:hlinkClr xmlns:ahyp="http://schemas.microsoft.com/office/drawing/2018/hyperlinkcolor" val="tx"/>
                    </a:ext>
                  </a:extLst>
                </a:hlinkClick>
              </a:rPr>
              <a:t>https://doi.org/10.4135/9781544316499</a:t>
            </a:r>
            <a:endParaRPr lang="en-US" sz="1200" dirty="0">
              <a:solidFill>
                <a:schemeClr val="bg1"/>
              </a:solidFill>
              <a:latin typeface="Times New Roman"/>
              <a:cs typeface="Times New Roman"/>
            </a:endParaRPr>
          </a:p>
          <a:p>
            <a:r>
              <a:rPr lang="en-US" sz="1200">
                <a:solidFill>
                  <a:schemeClr val="bg1"/>
                </a:solidFill>
                <a:latin typeface="Times New Roman"/>
                <a:cs typeface="Times New Roman"/>
              </a:rPr>
              <a:t>Shankar, R., &amp; Yip, A. (2024). </a:t>
            </a:r>
            <a:r>
              <a:rPr lang="en-US" sz="1200" i="1">
                <a:solidFill>
                  <a:schemeClr val="bg1"/>
                </a:solidFill>
                <a:latin typeface="Times New Roman"/>
                <a:cs typeface="Times New Roman"/>
              </a:rPr>
              <a:t>Transforming patient feedback into actionable insights through natural language processing: A knowledge discovery and action research study.</a:t>
            </a:r>
            <a:r>
              <a:rPr lang="en-US" sz="1200">
                <a:solidFill>
                  <a:schemeClr val="bg1"/>
                </a:solidFill>
                <a:latin typeface="Times New Roman"/>
                <a:cs typeface="Times New Roman"/>
              </a:rPr>
              <a:t> JMIR Formative Research. </a:t>
            </a:r>
            <a:r>
              <a:rPr lang="en-US" sz="1200" dirty="0">
                <a:solidFill>
                  <a:schemeClr val="bg1"/>
                </a:solidFill>
                <a:latin typeface="Times New Roman"/>
                <a:cs typeface="Times New Roman"/>
                <a:hlinkClick r:id="rId12">
                  <a:extLst>
                    <a:ext uri="{A12FA001-AC4F-418D-AE19-62706E023703}">
                      <ahyp:hlinkClr xmlns:ahyp="http://schemas.microsoft.com/office/drawing/2018/hyperlinkcolor" val="tx"/>
                    </a:ext>
                  </a:extLst>
                </a:hlinkClick>
              </a:rPr>
              <a:t>https://doi.org/10.2196/69699</a:t>
            </a:r>
            <a:endParaRPr lang="en-US" sz="1200" dirty="0">
              <a:solidFill>
                <a:schemeClr val="bg1"/>
              </a:solidFill>
              <a:latin typeface="Times New Roman"/>
              <a:cs typeface="Times New Roman"/>
            </a:endParaRPr>
          </a:p>
          <a:p>
            <a:r>
              <a:rPr lang="en-US" sz="1200">
                <a:solidFill>
                  <a:schemeClr val="bg1"/>
                </a:solidFill>
                <a:latin typeface="Times New Roman"/>
                <a:cs typeface="Times New Roman"/>
              </a:rPr>
              <a:t>Wohlin, C., Runeson, P., Höst, M., Ohlsson, M. C., Regnell, B., &amp; Wesslén, A. (2012). </a:t>
            </a:r>
            <a:r>
              <a:rPr lang="en-US" sz="1200" i="1">
                <a:solidFill>
                  <a:schemeClr val="bg1"/>
                </a:solidFill>
                <a:latin typeface="Times New Roman"/>
                <a:cs typeface="Times New Roman"/>
              </a:rPr>
              <a:t>Experimentation in software engineering</a:t>
            </a:r>
            <a:r>
              <a:rPr lang="en-US" sz="1200">
                <a:solidFill>
                  <a:schemeClr val="bg1"/>
                </a:solidFill>
                <a:latin typeface="Times New Roman"/>
                <a:cs typeface="Times New Roman"/>
              </a:rPr>
              <a:t>. Springer.</a:t>
            </a:r>
            <a:endParaRPr lang="en-US" sz="1200" dirty="0">
              <a:solidFill>
                <a:schemeClr val="bg1"/>
              </a:solidFill>
              <a:latin typeface="Times New Roman"/>
              <a:cs typeface="Times New Roman"/>
            </a:endParaRPr>
          </a:p>
          <a:p>
            <a:r>
              <a:rPr lang="en-US" sz="1200">
                <a:solidFill>
                  <a:schemeClr val="bg1"/>
                </a:solidFill>
                <a:latin typeface="Times New Roman"/>
                <a:cs typeface="Times New Roman"/>
              </a:rPr>
              <a:t>Wohlin, C., &amp; Runeson, P. (2021). Guiding the selection of research methodology in industry–academia collaboration in software engineering. </a:t>
            </a:r>
            <a:r>
              <a:rPr lang="en-US" sz="1200" i="1">
                <a:solidFill>
                  <a:schemeClr val="bg1"/>
                </a:solidFill>
                <a:latin typeface="Times New Roman"/>
                <a:cs typeface="Times New Roman"/>
              </a:rPr>
              <a:t>Information and Software Technology</a:t>
            </a:r>
            <a:r>
              <a:rPr lang="en-US" sz="1200">
                <a:solidFill>
                  <a:schemeClr val="bg1"/>
                </a:solidFill>
                <a:latin typeface="Times New Roman"/>
                <a:cs typeface="Times New Roman"/>
              </a:rPr>
              <a:t>, 140, 106678. </a:t>
            </a:r>
            <a:r>
              <a:rPr lang="en-US" sz="1200" dirty="0">
                <a:solidFill>
                  <a:schemeClr val="bg1"/>
                </a:solidFill>
                <a:latin typeface="Times New Roman"/>
                <a:cs typeface="Times New Roman"/>
                <a:hlinkClick r:id="rId13">
                  <a:extLst>
                    <a:ext uri="{A12FA001-AC4F-418D-AE19-62706E023703}">
                      <ahyp:hlinkClr xmlns:ahyp="http://schemas.microsoft.com/office/drawing/2018/hyperlinkcolor" val="tx"/>
                    </a:ext>
                  </a:extLst>
                </a:hlinkClick>
              </a:rPr>
              <a:t>https://doi.org/10.1016/j.infsof.2021.106678</a:t>
            </a:r>
            <a:endParaRPr lang="en-US" sz="1200" dirty="0">
              <a:solidFill>
                <a:schemeClr val="bg1"/>
              </a:solidFill>
              <a:latin typeface="Times New Roman"/>
              <a:cs typeface="Times New Roman"/>
            </a:endParaRPr>
          </a:p>
          <a:p>
            <a:r>
              <a:rPr lang="en-US" sz="1200">
                <a:solidFill>
                  <a:schemeClr val="bg1"/>
                </a:solidFill>
                <a:latin typeface="Times New Roman"/>
                <a:cs typeface="Times New Roman"/>
              </a:rPr>
              <a:t>Xiao, Y., Li, C., Thürer, M., Liu, Y., &amp; Qu, T. (2022). </a:t>
            </a:r>
            <a:r>
              <a:rPr lang="en-US" sz="1200" i="1">
                <a:solidFill>
                  <a:schemeClr val="bg1"/>
                </a:solidFill>
                <a:latin typeface="Times New Roman"/>
                <a:cs typeface="Times New Roman"/>
              </a:rPr>
              <a:t>Towards lean automation: Fine-grained sentiment analysis for customer value identification. </a:t>
            </a:r>
            <a:r>
              <a:rPr lang="en-US" sz="1200">
                <a:solidFill>
                  <a:schemeClr val="bg1"/>
                </a:solidFill>
                <a:latin typeface="Times New Roman"/>
                <a:cs typeface="Times New Roman"/>
              </a:rPr>
              <a:t>Computers and Industrial Engineering, 169. </a:t>
            </a:r>
            <a:r>
              <a:rPr lang="en-US" sz="1200" dirty="0">
                <a:solidFill>
                  <a:schemeClr val="bg1"/>
                </a:solidFill>
                <a:latin typeface="Times New Roman"/>
                <a:cs typeface="Times New Roman"/>
                <a:hlinkClick r:id="rId14">
                  <a:extLst>
                    <a:ext uri="{A12FA001-AC4F-418D-AE19-62706E023703}">
                      <ahyp:hlinkClr xmlns:ahyp="http://schemas.microsoft.com/office/drawing/2018/hyperlinkcolor" val="tx"/>
                    </a:ext>
                  </a:extLst>
                </a:hlinkClick>
              </a:rPr>
              <a:t>https://doi.org/10.1016/j.cie.2022.108186</a:t>
            </a:r>
            <a:endParaRPr lang="en-US" sz="1200" dirty="0">
              <a:solidFill>
                <a:schemeClr val="bg1"/>
              </a:solidFill>
              <a:latin typeface="Times New Roman"/>
              <a:cs typeface="Times New Roman"/>
            </a:endParaRPr>
          </a:p>
        </p:txBody>
      </p:sp>
      <p:sp>
        <p:nvSpPr>
          <p:cNvPr id="2" name="TextBox 1">
            <a:extLst>
              <a:ext uri="{FF2B5EF4-FFF2-40B4-BE49-F238E27FC236}">
                <a16:creationId xmlns:a16="http://schemas.microsoft.com/office/drawing/2014/main" id="{1CCC06F6-8D93-DC36-3B36-F3D9E364ED69}"/>
              </a:ext>
            </a:extLst>
          </p:cNvPr>
          <p:cNvSpPr txBox="1"/>
          <p:nvPr/>
        </p:nvSpPr>
        <p:spPr>
          <a:xfrm>
            <a:off x="446901" y="304632"/>
            <a:ext cx="535562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rgbClr val="EE6F00"/>
                </a:solidFill>
              </a:rPr>
              <a:t>R</a:t>
            </a:r>
            <a:r>
              <a:rPr lang="en-US" sz="3200" b="1" dirty="0">
                <a:solidFill>
                  <a:schemeClr val="bg1"/>
                </a:solidFill>
              </a:rPr>
              <a:t>EFERENCES</a:t>
            </a:r>
            <a:endParaRPr lang="en-US" sz="1200" b="1" dirty="0">
              <a:solidFill>
                <a:schemeClr val="bg1"/>
              </a:solidFill>
              <a:cs typeface="Segoe UI"/>
            </a:endParaRPr>
          </a:p>
        </p:txBody>
      </p:sp>
      <p:sp>
        <p:nvSpPr>
          <p:cNvPr id="7" name="Rectangle 6">
            <a:extLst>
              <a:ext uri="{FF2B5EF4-FFF2-40B4-BE49-F238E27FC236}">
                <a16:creationId xmlns:a16="http://schemas.microsoft.com/office/drawing/2014/main" id="{66F486A2-6D74-4DA2-3BA6-977E83380748}"/>
              </a:ext>
            </a:extLst>
          </p:cNvPr>
          <p:cNvSpPr/>
          <p:nvPr/>
        </p:nvSpPr>
        <p:spPr>
          <a:xfrm>
            <a:off x="-29879" y="811183"/>
            <a:ext cx="12221879" cy="100473"/>
          </a:xfrm>
          <a:prstGeom prst="rect">
            <a:avLst/>
          </a:prstGeom>
          <a:solidFill>
            <a:srgbClr val="FF4F00">
              <a:alpha val="29779"/>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a:p>
        </p:txBody>
      </p:sp>
    </p:spTree>
    <p:custDataLst>
      <p:tags r:id="rId1"/>
    </p:custDataLst>
    <p:extLst>
      <p:ext uri="{BB962C8B-B14F-4D97-AF65-F5344CB8AC3E}">
        <p14:creationId xmlns:p14="http://schemas.microsoft.com/office/powerpoint/2010/main" val="2953200739"/>
      </p:ext>
    </p:extLst>
  </p:cSld>
  <p:clrMapOvr>
    <a:masterClrMapping/>
  </p:clrMapOvr>
  <mc:AlternateContent xmlns:mc="http://schemas.openxmlformats.org/markup-compatibility/2006" xmlns:p14="http://schemas.microsoft.com/office/powerpoint/2010/main">
    <mc:Choice Requires="p14">
      <p:transition spd="slow" p14:dur="2000" advTm="2066"/>
    </mc:Choice>
    <mc:Fallback xmlns="">
      <p:transition spd="slow" advTm="2066"/>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B52F7-55B9-E966-E112-FEA3694D951B}"/>
            </a:ext>
          </a:extLst>
        </p:cNvPr>
        <p:cNvGrpSpPr/>
        <p:nvPr/>
      </p:nvGrpSpPr>
      <p:grpSpPr>
        <a:xfrm>
          <a:off x="0" y="0"/>
          <a:ext cx="0" cy="0"/>
          <a:chOff x="0" y="0"/>
          <a:chExt cx="0" cy="0"/>
        </a:xfrm>
      </p:grpSpPr>
      <p:pic>
        <p:nvPicPr>
          <p:cNvPr id="1026" name="Picture 2" descr="Project - Torrens University Australia">
            <a:extLst>
              <a:ext uri="{FF2B5EF4-FFF2-40B4-BE49-F238E27FC236}">
                <a16:creationId xmlns:a16="http://schemas.microsoft.com/office/drawing/2014/main" id="{1302FE73-EA30-1603-1D37-B29967C6B2A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0" t="22927" r="14780" b="5213"/>
          <a:stretch>
            <a:fillRect/>
          </a:stretch>
        </p:blipFill>
        <p:spPr bwMode="auto">
          <a:xfrm>
            <a:off x="0" y="0"/>
            <a:ext cx="12168938" cy="685700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77C319C7-A0C4-7D33-3A1A-64CE1CA1650F}"/>
              </a:ext>
            </a:extLst>
          </p:cNvPr>
          <p:cNvSpPr/>
          <p:nvPr/>
        </p:nvSpPr>
        <p:spPr>
          <a:xfrm>
            <a:off x="1" y="-991"/>
            <a:ext cx="12192000" cy="6857009"/>
          </a:xfrm>
          <a:prstGeom prst="rect">
            <a:avLst/>
          </a:prstGeom>
          <a:solidFill>
            <a:srgbClr val="FF4F00">
              <a:alpha val="29779"/>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88E1BF1-0F24-DDA2-307A-BE7B89B9EBFC}"/>
              </a:ext>
            </a:extLst>
          </p:cNvPr>
          <p:cNvSpPr/>
          <p:nvPr/>
        </p:nvSpPr>
        <p:spPr>
          <a:xfrm>
            <a:off x="140868" y="178986"/>
            <a:ext cx="11887201" cy="6497053"/>
          </a:xfrm>
          <a:prstGeom prst="rect">
            <a:avLst/>
          </a:prstGeom>
          <a:solidFill>
            <a:schemeClr val="tx1">
              <a:alpha val="59644"/>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4B5DC55-4876-0380-154E-FBC9440F789D}"/>
              </a:ext>
            </a:extLst>
          </p:cNvPr>
          <p:cNvSpPr/>
          <p:nvPr/>
        </p:nvSpPr>
        <p:spPr>
          <a:xfrm>
            <a:off x="140868" y="177004"/>
            <a:ext cx="11887201" cy="5770448"/>
          </a:xfrm>
          <a:prstGeom prst="rect">
            <a:avLst/>
          </a:prstGeom>
          <a:solidFill>
            <a:schemeClr val="tx1">
              <a:alpha val="59644"/>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748FAD-FB9D-005F-5BF7-F1196222123D}"/>
              </a:ext>
            </a:extLst>
          </p:cNvPr>
          <p:cNvSpPr>
            <a:spLocks noGrp="1"/>
          </p:cNvSpPr>
          <p:nvPr>
            <p:ph type="ctrTitle"/>
          </p:nvPr>
        </p:nvSpPr>
        <p:spPr>
          <a:xfrm>
            <a:off x="514635" y="4109612"/>
            <a:ext cx="5143113" cy="1639846"/>
          </a:xfrm>
        </p:spPr>
        <p:txBody>
          <a:bodyPr>
            <a:noAutofit/>
          </a:bodyPr>
          <a:lstStyle/>
          <a:p>
            <a:r>
              <a:rPr lang="en-US" sz="1600" dirty="0">
                <a:solidFill>
                  <a:schemeClr val="bg1"/>
                </a:solidFill>
              </a:rPr>
              <a:t>RESEARCH PROPOSAL | ASSESSMENT 3</a:t>
            </a:r>
            <a:br>
              <a:rPr lang="en-US" sz="1600" dirty="0">
                <a:solidFill>
                  <a:schemeClr val="bg1"/>
                </a:solidFill>
              </a:rPr>
            </a:br>
            <a:br>
              <a:rPr lang="en-US" sz="1600" dirty="0">
                <a:solidFill>
                  <a:schemeClr val="bg1"/>
                </a:solidFill>
              </a:rPr>
            </a:br>
            <a:r>
              <a:rPr lang="en-US" sz="1600" dirty="0">
                <a:solidFill>
                  <a:schemeClr val="bg1"/>
                </a:solidFill>
              </a:rPr>
              <a:t>RESEARCH METHODOLOGIES</a:t>
            </a:r>
            <a:br>
              <a:rPr lang="en-US" sz="1600" dirty="0">
                <a:solidFill>
                  <a:schemeClr val="bg1"/>
                </a:solidFill>
              </a:rPr>
            </a:br>
            <a:r>
              <a:rPr lang="en-US" sz="1600" dirty="0">
                <a:solidFill>
                  <a:schemeClr val="bg1"/>
                </a:solidFill>
              </a:rPr>
              <a:t>Prof Dr. BUSHRA NAEEM</a:t>
            </a:r>
            <a:br>
              <a:rPr lang="en-US" sz="1600" dirty="0">
                <a:solidFill>
                  <a:schemeClr val="bg1"/>
                </a:solidFill>
              </a:rPr>
            </a:br>
            <a:br>
              <a:rPr lang="en-US" sz="1600" dirty="0">
                <a:solidFill>
                  <a:schemeClr val="bg1"/>
                </a:solidFill>
              </a:rPr>
            </a:br>
            <a:r>
              <a:rPr lang="en-US" sz="1600" dirty="0">
                <a:solidFill>
                  <a:schemeClr val="bg1"/>
                </a:solidFill>
              </a:rPr>
              <a:t>LUIS G. B. A. FARIA – ID A00187785</a:t>
            </a:r>
            <a:br>
              <a:rPr lang="en-US" sz="1600" dirty="0">
                <a:solidFill>
                  <a:schemeClr val="bg1"/>
                </a:solidFill>
              </a:rPr>
            </a:br>
            <a:br>
              <a:rPr lang="en-US" sz="1600" dirty="0"/>
            </a:br>
            <a:endParaRPr lang="en-US" sz="1800" dirty="0">
              <a:solidFill>
                <a:schemeClr val="bg1"/>
              </a:solidFill>
            </a:endParaRPr>
          </a:p>
        </p:txBody>
      </p:sp>
      <p:sp>
        <p:nvSpPr>
          <p:cNvPr id="4" name="TextBox 3">
            <a:extLst>
              <a:ext uri="{FF2B5EF4-FFF2-40B4-BE49-F238E27FC236}">
                <a16:creationId xmlns:a16="http://schemas.microsoft.com/office/drawing/2014/main" id="{48403B4A-8174-D0FE-2581-5E3AF2875A97}"/>
              </a:ext>
            </a:extLst>
          </p:cNvPr>
          <p:cNvSpPr txBox="1"/>
          <p:nvPr/>
        </p:nvSpPr>
        <p:spPr>
          <a:xfrm>
            <a:off x="514635" y="1244813"/>
            <a:ext cx="11139666" cy="26468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600" b="1" i="1" dirty="0">
                <a:solidFill>
                  <a:srgbClr val="EE6F00"/>
                </a:solidFill>
              </a:rPr>
              <a:t>T</a:t>
            </a:r>
            <a:r>
              <a:rPr lang="en-US" sz="16600" b="1" i="1" dirty="0">
                <a:solidFill>
                  <a:schemeClr val="bg1"/>
                </a:solidFill>
              </a:rPr>
              <a:t>hank you!</a:t>
            </a:r>
          </a:p>
        </p:txBody>
      </p:sp>
      <p:sp>
        <p:nvSpPr>
          <p:cNvPr id="10" name="TextBox 9">
            <a:extLst>
              <a:ext uri="{FF2B5EF4-FFF2-40B4-BE49-F238E27FC236}">
                <a16:creationId xmlns:a16="http://schemas.microsoft.com/office/drawing/2014/main" id="{28A48A27-F5D9-F4C9-C17E-60C972DC9BD9}"/>
              </a:ext>
            </a:extLst>
          </p:cNvPr>
          <p:cNvSpPr txBox="1"/>
          <p:nvPr/>
        </p:nvSpPr>
        <p:spPr>
          <a:xfrm>
            <a:off x="2791326" y="180474"/>
            <a:ext cx="184731" cy="369332"/>
          </a:xfrm>
          <a:prstGeom prst="rect">
            <a:avLst/>
          </a:prstGeom>
          <a:noFill/>
        </p:spPr>
        <p:txBody>
          <a:bodyPr wrap="none" rtlCol="0">
            <a:spAutoFit/>
          </a:bodyPr>
          <a:lstStyle/>
          <a:p>
            <a:endParaRPr lang="en-US"/>
          </a:p>
        </p:txBody>
      </p:sp>
      <p:sp>
        <p:nvSpPr>
          <p:cNvPr id="5" name="TextBox 4">
            <a:extLst>
              <a:ext uri="{FF2B5EF4-FFF2-40B4-BE49-F238E27FC236}">
                <a16:creationId xmlns:a16="http://schemas.microsoft.com/office/drawing/2014/main" id="{64C3BDE9-A47D-D107-397A-7806EC37FF78}"/>
              </a:ext>
            </a:extLst>
          </p:cNvPr>
          <p:cNvSpPr txBox="1"/>
          <p:nvPr/>
        </p:nvSpPr>
        <p:spPr>
          <a:xfrm>
            <a:off x="9667672" y="6119564"/>
            <a:ext cx="22872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solidFill>
                  <a:srgbClr val="FFFFFF"/>
                </a:solidFill>
                <a:latin typeface="Univers Condensed"/>
                <a:cs typeface="Segoe UI"/>
              </a:rPr>
              <a:t>December, 2025</a:t>
            </a:r>
          </a:p>
        </p:txBody>
      </p:sp>
      <p:pic>
        <p:nvPicPr>
          <p:cNvPr id="6" name="Picture 5" descr="Torrens University Australia research repository - Browse">
            <a:extLst>
              <a:ext uri="{FF2B5EF4-FFF2-40B4-BE49-F238E27FC236}">
                <a16:creationId xmlns:a16="http://schemas.microsoft.com/office/drawing/2014/main" id="{8481F41E-9571-2944-0C34-9F6065FC6FC4}"/>
              </a:ext>
            </a:extLst>
          </p:cNvPr>
          <p:cNvPicPr>
            <a:picLocks noChangeAspect="1"/>
          </p:cNvPicPr>
          <p:nvPr/>
        </p:nvPicPr>
        <p:blipFill>
          <a:blip r:embed="rId4"/>
          <a:stretch>
            <a:fillRect/>
          </a:stretch>
        </p:blipFill>
        <p:spPr>
          <a:xfrm>
            <a:off x="514635" y="5929437"/>
            <a:ext cx="1397369" cy="749586"/>
          </a:xfrm>
          <a:prstGeom prst="rect">
            <a:avLst/>
          </a:prstGeom>
        </p:spPr>
      </p:pic>
    </p:spTree>
    <p:extLst>
      <p:ext uri="{BB962C8B-B14F-4D97-AF65-F5344CB8AC3E}">
        <p14:creationId xmlns:p14="http://schemas.microsoft.com/office/powerpoint/2010/main" val="2714601942"/>
      </p:ext>
    </p:extLst>
  </p:cSld>
  <p:clrMapOvr>
    <a:masterClrMapping/>
  </p:clrMapOvr>
  <mc:AlternateContent xmlns:mc="http://schemas.openxmlformats.org/markup-compatibility/2006" xmlns:p14="http://schemas.microsoft.com/office/powerpoint/2010/main">
    <mc:Choice Requires="p14">
      <p:transition spd="slow" p14:dur="2000" advTm="3533"/>
    </mc:Choice>
    <mc:Fallback xmlns="">
      <p:transition spd="slow" advTm="3533"/>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2.4|20.1|7.7"/>
</p:tagLst>
</file>

<file path=ppt/tags/tag2.xml><?xml version="1.0" encoding="utf-8"?>
<p:tagLst xmlns:a="http://schemas.openxmlformats.org/drawingml/2006/main" xmlns:r="http://schemas.openxmlformats.org/officeDocument/2006/relationships" xmlns:p="http://schemas.openxmlformats.org/presentationml/2006/main">
  <p:tag name="TIMING" val="|1.3|8|1.7"/>
</p:tagLst>
</file>

<file path=ppt/tags/tag3.xml><?xml version="1.0" encoding="utf-8"?>
<p:tagLst xmlns:a="http://schemas.openxmlformats.org/drawingml/2006/main" xmlns:r="http://schemas.openxmlformats.org/officeDocument/2006/relationships" xmlns:p="http://schemas.openxmlformats.org/presentationml/2006/main">
  <p:tag name="TIMING" val="|4.1|10.9|11.3|8.9"/>
</p:tagLst>
</file>

<file path=ppt/tags/tag4.xml><?xml version="1.0" encoding="utf-8"?>
<p:tagLst xmlns:a="http://schemas.openxmlformats.org/drawingml/2006/main" xmlns:r="http://schemas.openxmlformats.org/officeDocument/2006/relationships" xmlns:p="http://schemas.openxmlformats.org/presentationml/2006/main">
  <p:tag name="TIMING" val="|4.5|7.2|2.5|5.9|4.3|6.3"/>
</p:tagLst>
</file>

<file path=ppt/tags/tag5.xml><?xml version="1.0" encoding="utf-8"?>
<p:tagLst xmlns:a="http://schemas.openxmlformats.org/drawingml/2006/main" xmlns:r="http://schemas.openxmlformats.org/officeDocument/2006/relationships" xmlns:p="http://schemas.openxmlformats.org/presentationml/2006/main">
  <p:tag name="TIMING" val="|1.9"/>
</p:tagLst>
</file>

<file path=ppt/tags/tag6.xml><?xml version="1.0" encoding="utf-8"?>
<p:tagLst xmlns:a="http://schemas.openxmlformats.org/drawingml/2006/main" xmlns:r="http://schemas.openxmlformats.org/officeDocument/2006/relationships" xmlns:p="http://schemas.openxmlformats.org/presentationml/2006/main">
  <p:tag name="TIMING" val="|1.6|21.9|23.9"/>
</p:tagLst>
</file>

<file path=ppt/tags/tag7.xml><?xml version="1.0" encoding="utf-8"?>
<p:tagLst xmlns:a="http://schemas.openxmlformats.org/drawingml/2006/main" xmlns:r="http://schemas.openxmlformats.org/officeDocument/2006/relationships" xmlns:p="http://schemas.openxmlformats.org/presentationml/2006/main">
  <p:tag name="TIMING" val="|4.6|7.3|8.5|11.7"/>
</p:tagLst>
</file>

<file path=ppt/tags/tag8.xml><?xml version="1.0" encoding="utf-8"?>
<p:tagLst xmlns:a="http://schemas.openxmlformats.org/drawingml/2006/main" xmlns:r="http://schemas.openxmlformats.org/officeDocument/2006/relationships" xmlns:p="http://schemas.openxmlformats.org/presentationml/2006/main">
  <p:tag name="TIMING" val="|2.1|6.6|6.7|10.8"/>
</p:tagLst>
</file>

<file path=ppt/tags/tag9.xml><?xml version="1.0" encoding="utf-8"?>
<p:tagLst xmlns:a="http://schemas.openxmlformats.org/drawingml/2006/main" xmlns:r="http://schemas.openxmlformats.org/officeDocument/2006/relationships" xmlns:p="http://schemas.openxmlformats.org/presentationml/2006/main">
  <p:tag name="TIMING" val="|1.1"/>
</p:tagLst>
</file>

<file path=ppt/tags/tag10.xml><?xml version="1.0" encoding="utf-8"?>
<p:tagLst xmlns:a="http://schemas.openxmlformats.org/drawingml/2006/main" xmlns:r="http://schemas.openxmlformats.org/officeDocument/2006/relationships" xmlns:p="http://schemas.openxmlformats.org/presentationml/2006/main">
  <p:tag name="TIMING" val="|1.2"/>
</p:tagLst>
</file>

<file path=ppt/tags/tag11.xml><?xml version="1.0" encoding="utf-8"?>
<p:tagLst xmlns:a="http://schemas.openxmlformats.org/drawingml/2006/main" xmlns:r="http://schemas.openxmlformats.org/officeDocument/2006/relationships" xmlns:p="http://schemas.openxmlformats.org/presentationml/2006/main">
  <p:tag name="TIMING" val="|1.2"/>
</p:tagLst>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6e44254-c0ce-4745-9255-907eee03faf6}" enabled="0" method="" siteId="{66e44254-c0ce-4745-9255-907eee03faf6}" removed="1"/>
</clbl:labelList>
</file>

<file path=docProps/app.xml><?xml version="1.0" encoding="utf-8"?>
<Properties xmlns="http://schemas.openxmlformats.org/officeDocument/2006/extended-properties" xmlns:vt="http://schemas.openxmlformats.org/officeDocument/2006/docPropsVTypes">
  <Template>office theme</Template>
  <TotalTime>2271</TotalTime>
  <Words>1276</Words>
  <Application>Microsoft Macintosh PowerPoint</Application>
  <PresentationFormat>Widescreen</PresentationFormat>
  <Paragraphs>126</Paragraphs>
  <Slides>12</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Arial</vt:lpstr>
      <vt:lpstr>Calibri</vt:lpstr>
      <vt:lpstr>Calisto MT</vt:lpstr>
      <vt:lpstr>Segoe UI</vt:lpstr>
      <vt:lpstr>Times New Roman</vt:lpstr>
      <vt:lpstr>Univers Condensed</vt:lpstr>
      <vt:lpstr>ChronicleVTI</vt:lpstr>
      <vt:lpstr>RESEARCH PROPOSAL | ASSESSMENT 3  RESEARCH METHODOLOGIES Prof Dr. BUSHRA NAEEM  LUIS G. B. A. FARIA – ID A00187785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RESEARCH PROPOSAL | ASSESSMENT 3  RESEARCH METHODOLOGIES Prof Dr. BUSHRA NAEEM  LUIS G. B. A. FARIA – ID A00187785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Luis guilherme De barros andrade faria</cp:lastModifiedBy>
  <cp:revision>2</cp:revision>
  <cp:lastPrinted>2025-11-21T01:35:29Z</cp:lastPrinted>
  <dcterms:created xsi:type="dcterms:W3CDTF">2025-07-30T09:07:51Z</dcterms:created>
  <dcterms:modified xsi:type="dcterms:W3CDTF">2025-11-27T18:59:13Z</dcterms:modified>
</cp:coreProperties>
</file>